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1" r:id="rId1"/>
  </p:sldMasterIdLst>
  <p:notesMasterIdLst>
    <p:notesMasterId r:id="rId13"/>
  </p:notesMasterIdLst>
  <p:sldIdLst>
    <p:sldId id="258" r:id="rId2"/>
    <p:sldId id="274" r:id="rId3"/>
    <p:sldId id="298" r:id="rId4"/>
    <p:sldId id="308" r:id="rId5"/>
    <p:sldId id="302" r:id="rId6"/>
    <p:sldId id="315" r:id="rId7"/>
    <p:sldId id="309" r:id="rId8"/>
    <p:sldId id="312" r:id="rId9"/>
    <p:sldId id="316" r:id="rId10"/>
    <p:sldId id="313" r:id="rId11"/>
    <p:sldId id="311"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689" autoAdjust="0"/>
    <p:restoredTop sz="94660"/>
  </p:normalViewPr>
  <p:slideViewPr>
    <p:cSldViewPr snapToGrid="0">
      <p:cViewPr varScale="1">
        <p:scale>
          <a:sx n="66" d="100"/>
          <a:sy n="66" d="100"/>
        </p:scale>
        <p:origin x="72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827866-E2A1-4FEE-B3A0-4684E8E32300}" type="datetimeFigureOut">
              <a:rPr lang="en-IN" smtClean="0"/>
              <a:t>17-09-2025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B9D209-6920-48E8-9E99-C345ED0B91F2}" type="slidenum">
              <a:rPr lang="en-IN" smtClean="0"/>
              <a:t>‹#›</a:t>
            </a:fld>
            <a:endParaRPr lang="en-IN"/>
          </a:p>
        </p:txBody>
      </p:sp>
    </p:spTree>
    <p:extLst>
      <p:ext uri="{BB962C8B-B14F-4D97-AF65-F5344CB8AC3E}">
        <p14:creationId xmlns:p14="http://schemas.microsoft.com/office/powerpoint/2010/main" val="25330758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63290A3-CC82-42A3-9493-AD448FDAE8C6}" type="datetime1">
              <a:rPr lang="en-IN" smtClean="0"/>
              <a:t>17-09-2025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898A6D-CD5C-4802-925B-E5FD8D219589}" type="slidenum">
              <a:rPr lang="en-IN" smtClean="0"/>
              <a:t>‹#›</a:t>
            </a:fld>
            <a:endParaRPr lang="en-IN"/>
          </a:p>
        </p:txBody>
      </p:sp>
      <p:pic>
        <p:nvPicPr>
          <p:cNvPr id="7" name="Picture 6" descr="A picture containing logo&#10;&#10;Description automatically generated">
            <a:extLst>
              <a:ext uri="{FF2B5EF4-FFF2-40B4-BE49-F238E27FC236}">
                <a16:creationId xmlns:a16="http://schemas.microsoft.com/office/drawing/2014/main" id="{9642D98A-1CF9-B2EA-03DC-085714D50CF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63395" y="23813"/>
            <a:ext cx="2612246" cy="642978"/>
          </a:xfrm>
          <a:prstGeom prst="rect">
            <a:avLst/>
          </a:prstGeom>
        </p:spPr>
      </p:pic>
    </p:spTree>
    <p:extLst>
      <p:ext uri="{BB962C8B-B14F-4D97-AF65-F5344CB8AC3E}">
        <p14:creationId xmlns:p14="http://schemas.microsoft.com/office/powerpoint/2010/main" val="2496387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E83D928-BDD7-4354-9A29-8AD08345FC2F}" type="datetime1">
              <a:rPr lang="en-IN" smtClean="0"/>
              <a:t>17-09-2025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898A6D-CD5C-4802-925B-E5FD8D219589}" type="slidenum">
              <a:rPr lang="en-IN" smtClean="0"/>
              <a:t>‹#›</a:t>
            </a:fld>
            <a:endParaRPr lang="en-IN"/>
          </a:p>
        </p:txBody>
      </p:sp>
      <p:pic>
        <p:nvPicPr>
          <p:cNvPr id="7" name="Picture 6" descr="A picture containing logo&#10;&#10;Description automatically generated">
            <a:extLst>
              <a:ext uri="{FF2B5EF4-FFF2-40B4-BE49-F238E27FC236}">
                <a16:creationId xmlns:a16="http://schemas.microsoft.com/office/drawing/2014/main" id="{131B9688-F3C5-BCED-0AE8-4FF170B7B77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9495534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7B4487-5772-4519-92E5-95945F7A4262}" type="datetime1">
              <a:rPr lang="en-IN" smtClean="0"/>
              <a:t>17-09-2025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898A6D-CD5C-4802-925B-E5FD8D219589}" type="slidenum">
              <a:rPr lang="en-IN" smtClean="0"/>
              <a:t>‹#›</a:t>
            </a:fld>
            <a:endParaRPr lang="en-IN"/>
          </a:p>
        </p:txBody>
      </p:sp>
      <p:pic>
        <p:nvPicPr>
          <p:cNvPr id="7" name="Picture 6" descr="A picture containing logo&#10;&#10;Description automatically generated">
            <a:extLst>
              <a:ext uri="{FF2B5EF4-FFF2-40B4-BE49-F238E27FC236}">
                <a16:creationId xmlns:a16="http://schemas.microsoft.com/office/drawing/2014/main" id="{2D21BF30-5552-0CA1-7F91-66FD1A83D2E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2111113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D39D5F-CFCA-49B1-99ED-6A41409CC4C6}" type="datetime1">
              <a:rPr lang="en-IN" smtClean="0"/>
              <a:t>17-09-2025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898A6D-CD5C-4802-925B-E5FD8D219589}" type="slidenum">
              <a:rPr lang="en-IN" smtClean="0"/>
              <a:t>‹#›</a:t>
            </a:fld>
            <a:endParaRPr lang="en-IN"/>
          </a:p>
        </p:txBody>
      </p:sp>
      <p:pic>
        <p:nvPicPr>
          <p:cNvPr id="8" name="Picture 7" descr="A picture containing logo&#10;&#10;Description automatically generated">
            <a:extLst>
              <a:ext uri="{FF2B5EF4-FFF2-40B4-BE49-F238E27FC236}">
                <a16:creationId xmlns:a16="http://schemas.microsoft.com/office/drawing/2014/main" id="{7E759B64-7B68-81FA-E2BA-E6B10D981D9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40061277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22A0801-8A7A-4502-ACBE-1FBA99A44977}" type="datetime1">
              <a:rPr lang="en-IN" smtClean="0"/>
              <a:t>17-09-2025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0898A6D-CD5C-4802-925B-E5FD8D219589}" type="slidenum">
              <a:rPr lang="en-IN" smtClean="0"/>
              <a:t>‹#›</a:t>
            </a:fld>
            <a:endParaRPr lang="en-IN"/>
          </a:p>
        </p:txBody>
      </p:sp>
      <p:pic>
        <p:nvPicPr>
          <p:cNvPr id="10" name="Picture 9" descr="A picture containing logo&#10;&#10;Description automatically generated">
            <a:extLst>
              <a:ext uri="{FF2B5EF4-FFF2-40B4-BE49-F238E27FC236}">
                <a16:creationId xmlns:a16="http://schemas.microsoft.com/office/drawing/2014/main" id="{858FBAF4-F14B-7E0C-B093-D4961ED68FA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855386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C0EDEC8-7F93-42BD-B355-7335EE486EBE}" type="datetime1">
              <a:rPr lang="en-IN" smtClean="0"/>
              <a:t>17-09-2025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0898A6D-CD5C-4802-925B-E5FD8D219589}" type="slidenum">
              <a:rPr lang="en-IN" smtClean="0"/>
              <a:t>‹#›</a:t>
            </a:fld>
            <a:endParaRPr lang="en-IN"/>
          </a:p>
        </p:txBody>
      </p:sp>
      <p:pic>
        <p:nvPicPr>
          <p:cNvPr id="6" name="Picture 5" descr="A picture containing logo&#10;&#10;Description automatically generated">
            <a:extLst>
              <a:ext uri="{FF2B5EF4-FFF2-40B4-BE49-F238E27FC236}">
                <a16:creationId xmlns:a16="http://schemas.microsoft.com/office/drawing/2014/main" id="{F2D585C3-C5CA-D45F-545B-EEF3383F7AF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20668161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01C783-041F-4E67-90F3-122526AC43AD}" type="datetime1">
              <a:rPr lang="en-IN" smtClean="0"/>
              <a:t>17-09-2025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0898A6D-CD5C-4802-925B-E5FD8D219589}" type="slidenum">
              <a:rPr lang="en-IN" smtClean="0"/>
              <a:t>‹#›</a:t>
            </a:fld>
            <a:endParaRPr lang="en-IN"/>
          </a:p>
        </p:txBody>
      </p:sp>
      <p:pic>
        <p:nvPicPr>
          <p:cNvPr id="5" name="Picture 4" descr="A picture containing logo&#10;&#10;Description automatically generated">
            <a:extLst>
              <a:ext uri="{FF2B5EF4-FFF2-40B4-BE49-F238E27FC236}">
                <a16:creationId xmlns:a16="http://schemas.microsoft.com/office/drawing/2014/main" id="{C7E320DE-1E31-0CC1-9E16-6891A715BC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1469104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5D916FF-C6BE-4028-A08F-EF305206B2F0}" type="datetime1">
              <a:rPr lang="en-IN" smtClean="0"/>
              <a:t>17-09-2025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898A6D-CD5C-4802-925B-E5FD8D219589}" type="slidenum">
              <a:rPr lang="en-IN" smtClean="0"/>
              <a:t>‹#›</a:t>
            </a:fld>
            <a:endParaRPr lang="en-IN"/>
          </a:p>
        </p:txBody>
      </p:sp>
      <p:pic>
        <p:nvPicPr>
          <p:cNvPr id="8" name="Picture 7" descr="A picture containing logo&#10;&#10;Description automatically generated">
            <a:extLst>
              <a:ext uri="{FF2B5EF4-FFF2-40B4-BE49-F238E27FC236}">
                <a16:creationId xmlns:a16="http://schemas.microsoft.com/office/drawing/2014/main" id="{E6E350A1-690D-6FF6-9AEE-88CD0F7A278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17280168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DCE0009-041A-4B8D-A39A-CB894A26B908}" type="datetime1">
              <a:rPr lang="en-IN" smtClean="0"/>
              <a:t>17-09-2025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0898A6D-CD5C-4802-925B-E5FD8D219589}" type="slidenum">
              <a:rPr lang="en-IN" smtClean="0"/>
              <a:t>‹#›</a:t>
            </a:fld>
            <a:endParaRPr lang="en-IN"/>
          </a:p>
        </p:txBody>
      </p:sp>
      <p:pic>
        <p:nvPicPr>
          <p:cNvPr id="8" name="Picture 7" descr="A picture containing logo&#10;&#10;Description automatically generated">
            <a:extLst>
              <a:ext uri="{FF2B5EF4-FFF2-40B4-BE49-F238E27FC236}">
                <a16:creationId xmlns:a16="http://schemas.microsoft.com/office/drawing/2014/main" id="{B0F4E6C5-6983-0CB7-B977-ABE4DAB3B69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32395455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E71545-228F-42CE-9D96-6A8A5BC7D304}" type="datetime1">
              <a:rPr lang="en-IN" smtClean="0"/>
              <a:t>17-09-2025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898A6D-CD5C-4802-925B-E5FD8D219589}" type="slidenum">
              <a:rPr lang="en-IN" smtClean="0"/>
              <a:t>‹#›</a:t>
            </a:fld>
            <a:endParaRPr lang="en-IN"/>
          </a:p>
        </p:txBody>
      </p:sp>
      <p:pic>
        <p:nvPicPr>
          <p:cNvPr id="7" name="Picture 6" descr="A picture containing logo&#10;&#10;Description automatically generated">
            <a:extLst>
              <a:ext uri="{FF2B5EF4-FFF2-40B4-BE49-F238E27FC236}">
                <a16:creationId xmlns:a16="http://schemas.microsoft.com/office/drawing/2014/main" id="{C3AC931B-8F26-3B95-7533-D8072742055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3062587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8C8C4E-D487-4836-88D3-B5D37397FDB2}" type="datetime1">
              <a:rPr lang="en-IN" smtClean="0"/>
              <a:t>17-09-2025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0898A6D-CD5C-4802-925B-E5FD8D219589}" type="slidenum">
              <a:rPr lang="en-IN" smtClean="0"/>
              <a:t>‹#›</a:t>
            </a:fld>
            <a:endParaRPr lang="en-IN"/>
          </a:p>
        </p:txBody>
      </p:sp>
      <p:pic>
        <p:nvPicPr>
          <p:cNvPr id="7" name="Picture 6" descr="A picture containing logo&#10;&#10;Description automatically generated">
            <a:extLst>
              <a:ext uri="{FF2B5EF4-FFF2-40B4-BE49-F238E27FC236}">
                <a16:creationId xmlns:a16="http://schemas.microsoft.com/office/drawing/2014/main" id="{8603A424-6C04-9BFE-6E69-8727683A14F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41884854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_AND_BODY">
    <p:spTree>
      <p:nvGrpSpPr>
        <p:cNvPr id="1" name=""/>
        <p:cNvGrpSpPr/>
        <p:nvPr/>
      </p:nvGrpSpPr>
      <p:grpSpPr>
        <a:xfrm>
          <a:off x="0" y="0"/>
          <a:ext cx="0" cy="0"/>
          <a:chOff x="0" y="0"/>
          <a:chExt cx="0" cy="0"/>
        </a:xfrm>
      </p:grpSpPr>
      <p:sp>
        <p:nvSpPr>
          <p:cNvPr id="28" name="Title Text"/>
          <p:cNvSpPr txBox="1">
            <a:spLocks noGrp="1"/>
          </p:cNvSpPr>
          <p:nvPr>
            <p:ph type="title"/>
          </p:nvPr>
        </p:nvSpPr>
        <p:spPr>
          <a:prstGeom prst="rect">
            <a:avLst/>
          </a:prstGeom>
        </p:spPr>
        <p:txBody>
          <a:bodyPr/>
          <a:lstStyle/>
          <a:p>
            <a:r>
              <a:t>Title Text</a:t>
            </a:r>
          </a:p>
        </p:txBody>
      </p:sp>
      <p:sp>
        <p:nvSpPr>
          <p:cNvPr id="29"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0" name="Slide Number"/>
          <p:cNvSpPr txBox="1">
            <a:spLocks noGrp="1"/>
          </p:cNvSpPr>
          <p:nvPr>
            <p:ph type="sldNum" sz="quarter" idx="2"/>
          </p:nvPr>
        </p:nvSpPr>
        <p:spPr>
          <a:prstGeom prst="rect">
            <a:avLst/>
          </a:prstGeom>
        </p:spPr>
        <p:txBody>
          <a:bodyPr/>
          <a:lstStyle/>
          <a:p>
            <a:fld id="{86CB4B4D-7CA3-9044-876B-883B54F8677D}" type="slidenum">
              <a:t>‹#›</a:t>
            </a:fld>
            <a:endParaRPr/>
          </a:p>
        </p:txBody>
      </p:sp>
      <p:pic>
        <p:nvPicPr>
          <p:cNvPr id="2" name="Picture 1" descr="A picture containing logo&#10;&#10;Description automatically generated">
            <a:extLst>
              <a:ext uri="{FF2B5EF4-FFF2-40B4-BE49-F238E27FC236}">
                <a16:creationId xmlns:a16="http://schemas.microsoft.com/office/drawing/2014/main" id="{0C5100EB-EC03-19A8-A812-31C2FEEE9F1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573555" y="23813"/>
            <a:ext cx="2612246" cy="642978"/>
          </a:xfrm>
          <a:prstGeom prst="rect">
            <a:avLst/>
          </a:prstGeom>
        </p:spPr>
      </p:pic>
    </p:spTree>
    <p:extLst>
      <p:ext uri="{BB962C8B-B14F-4D97-AF65-F5344CB8AC3E}">
        <p14:creationId xmlns:p14="http://schemas.microsoft.com/office/powerpoint/2010/main" val="1262717260"/>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0BEA2A-61F6-4097-9FDE-FE2D398AA705}" type="datetime1">
              <a:rPr lang="en-IN" smtClean="0"/>
              <a:t>17-09-2025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898A6D-CD5C-4802-925B-E5FD8D219589}" type="slidenum">
              <a:rPr lang="en-IN" smtClean="0"/>
              <a:t>‹#›</a:t>
            </a:fld>
            <a:endParaRPr lang="en-IN"/>
          </a:p>
        </p:txBody>
      </p:sp>
    </p:spTree>
    <p:extLst>
      <p:ext uri="{BB962C8B-B14F-4D97-AF65-F5344CB8AC3E}">
        <p14:creationId xmlns:p14="http://schemas.microsoft.com/office/powerpoint/2010/main" val="166263912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 name="object 12">
            <a:extLst>
              <a:ext uri="{FF2B5EF4-FFF2-40B4-BE49-F238E27FC236}">
                <a16:creationId xmlns:a16="http://schemas.microsoft.com/office/drawing/2014/main" id="{9663BE87-ACDA-42D9-9FFA-F6D293C54D20}"/>
              </a:ext>
            </a:extLst>
          </p:cNvPr>
          <p:cNvSpPr txBox="1">
            <a:spLocks/>
          </p:cNvSpPr>
          <p:nvPr/>
        </p:nvSpPr>
        <p:spPr>
          <a:xfrm>
            <a:off x="1358753" y="2358776"/>
            <a:ext cx="9767846" cy="447558"/>
          </a:xfrm>
          <a:prstGeom prst="rect">
            <a:avLst/>
          </a:prstGeom>
        </p:spPr>
        <p:txBody>
          <a:bodyPr vert="horz" wrap="square" lIns="0" tIns="16510" rIns="0" bIns="0" rtlCol="0" anchor="ctr">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12700">
              <a:lnSpc>
                <a:spcPct val="100000"/>
              </a:lnSpc>
              <a:spcBef>
                <a:spcPts val="130"/>
              </a:spcBef>
            </a:pPr>
            <a:r>
              <a:rPr lang="en-US" sz="2800" b="1" spc="-5" dirty="0">
                <a:solidFill>
                  <a:srgbClr val="FFFFFF"/>
                </a:solidFill>
                <a:latin typeface="Times New Roman" panose="02020603050405020304" pitchFamily="18" charset="0"/>
                <a:cs typeface="Times New Roman" panose="02020603050405020304" pitchFamily="18" charset="0"/>
              </a:rPr>
              <a:t>   </a:t>
            </a:r>
            <a:r>
              <a:rPr lang="en-US" sz="2800" b="1" spc="-5" dirty="0">
                <a:latin typeface="Times New Roman" panose="02020603050405020304" pitchFamily="18" charset="0"/>
                <a:cs typeface="Times New Roman" panose="02020603050405020304" pitchFamily="18" charset="0"/>
              </a:rPr>
              <a:t>EVALUATION II</a:t>
            </a:r>
            <a:endParaRPr lang="en-US" sz="2800" b="1" dirty="0">
              <a:latin typeface="Times New Roman" panose="02020603050405020304" pitchFamily="18" charset="0"/>
              <a:cs typeface="Times New Roman" panose="02020603050405020304" pitchFamily="18" charset="0"/>
            </a:endParaRPr>
          </a:p>
        </p:txBody>
      </p:sp>
      <p:sp>
        <p:nvSpPr>
          <p:cNvPr id="47" name="object 13">
            <a:extLst>
              <a:ext uri="{FF2B5EF4-FFF2-40B4-BE49-F238E27FC236}">
                <a16:creationId xmlns:a16="http://schemas.microsoft.com/office/drawing/2014/main" id="{EF04BD33-7DC6-4157-97EA-6B6FAC7EF66F}"/>
              </a:ext>
            </a:extLst>
          </p:cNvPr>
          <p:cNvSpPr txBox="1"/>
          <p:nvPr/>
        </p:nvSpPr>
        <p:spPr>
          <a:xfrm>
            <a:off x="1143626" y="3155093"/>
            <a:ext cx="10441940" cy="478721"/>
          </a:xfrm>
          <a:prstGeom prst="rect">
            <a:avLst/>
          </a:prstGeom>
        </p:spPr>
        <p:txBody>
          <a:bodyPr vert="horz" wrap="square" lIns="0" tIns="5715" rIns="0" bIns="0" rtlCol="0">
            <a:spAutoFit/>
          </a:bodyPr>
          <a:lstStyle/>
          <a:p>
            <a:pPr marL="12700" marR="5080" algn="ctr">
              <a:lnSpc>
                <a:spcPct val="102400"/>
              </a:lnSpc>
              <a:spcBef>
                <a:spcPts val="45"/>
              </a:spcBef>
            </a:pPr>
            <a:r>
              <a:rPr lang="en-US" sz="3200" dirty="0">
                <a:latin typeface="Times New Roman" panose="02020603050405020304" pitchFamily="18" charset="0"/>
                <a:cs typeface="Times New Roman" panose="02020603050405020304" pitchFamily="18" charset="0"/>
              </a:rPr>
              <a:t>TITLE</a:t>
            </a:r>
            <a:endParaRPr sz="3200" dirty="0">
              <a:latin typeface="Times New Roman" panose="02020603050405020304" pitchFamily="18" charset="0"/>
              <a:cs typeface="Times New Roman" panose="02020603050405020304" pitchFamily="18" charset="0"/>
            </a:endParaRPr>
          </a:p>
        </p:txBody>
      </p:sp>
      <p:sp>
        <p:nvSpPr>
          <p:cNvPr id="48" name="object 15">
            <a:extLst>
              <a:ext uri="{FF2B5EF4-FFF2-40B4-BE49-F238E27FC236}">
                <a16:creationId xmlns:a16="http://schemas.microsoft.com/office/drawing/2014/main" id="{1B19C00C-03AD-4100-A48A-B1C904A7067A}"/>
              </a:ext>
            </a:extLst>
          </p:cNvPr>
          <p:cNvSpPr txBox="1"/>
          <p:nvPr/>
        </p:nvSpPr>
        <p:spPr>
          <a:xfrm>
            <a:off x="7386865" y="4273685"/>
            <a:ext cx="3881974" cy="1739579"/>
          </a:xfrm>
          <a:prstGeom prst="rect">
            <a:avLst/>
          </a:prstGeom>
        </p:spPr>
        <p:txBody>
          <a:bodyPr vert="horz" wrap="square" lIns="0" tIns="15875" rIns="0" bIns="0" rtlCol="0">
            <a:spAutoFit/>
          </a:bodyPr>
          <a:lstStyle/>
          <a:p>
            <a:pPr marL="12700">
              <a:spcBef>
                <a:spcPts val="125"/>
              </a:spcBef>
            </a:pPr>
            <a:endParaRPr lang="en-IN" sz="2000" b="1" dirty="0">
              <a:latin typeface="Georgia"/>
              <a:cs typeface="Georgia"/>
            </a:endParaRPr>
          </a:p>
          <a:p>
            <a:pPr marL="12700" marR="887730">
              <a:lnSpc>
                <a:spcPct val="100200"/>
              </a:lnSpc>
            </a:pPr>
            <a:r>
              <a:rPr lang="en-US" sz="2000" b="1" dirty="0">
                <a:latin typeface="Georgia"/>
                <a:cs typeface="Georgia"/>
              </a:rPr>
              <a:t>TEAM </a:t>
            </a:r>
            <a:r>
              <a:rPr lang="en-US" sz="2000" b="1" spc="-5" dirty="0">
                <a:latin typeface="Georgia"/>
                <a:cs typeface="Georgia"/>
              </a:rPr>
              <a:t>MEMBERS:</a:t>
            </a:r>
          </a:p>
          <a:p>
            <a:pPr>
              <a:defRPr>
                <a:latin typeface="Times New Roman"/>
                <a:ea typeface="Times New Roman"/>
                <a:cs typeface="Times New Roman"/>
                <a:sym typeface="Times New Roman"/>
              </a:defRPr>
            </a:pPr>
            <a:r>
              <a:rPr lang="en-IN" dirty="0"/>
              <a:t>REG. NO.         - NAME</a:t>
            </a:r>
          </a:p>
          <a:p>
            <a:pPr>
              <a:defRPr>
                <a:latin typeface="Times New Roman"/>
                <a:ea typeface="Times New Roman"/>
                <a:cs typeface="Times New Roman"/>
                <a:sym typeface="Times New Roman"/>
              </a:defRPr>
            </a:pPr>
            <a:endParaRPr lang="en-IN" dirty="0"/>
          </a:p>
          <a:p>
            <a:pPr>
              <a:defRPr>
                <a:latin typeface="Times New Roman"/>
                <a:ea typeface="Times New Roman"/>
                <a:cs typeface="Times New Roman"/>
                <a:sym typeface="Times New Roman"/>
              </a:defRPr>
            </a:pPr>
            <a:endParaRPr lang="en-IN" dirty="0"/>
          </a:p>
          <a:p>
            <a:pPr marL="12700" marR="887730">
              <a:lnSpc>
                <a:spcPct val="100200"/>
              </a:lnSpc>
            </a:pPr>
            <a:endParaRPr dirty="0">
              <a:latin typeface="Georgia"/>
              <a:cs typeface="Georgia"/>
            </a:endParaRPr>
          </a:p>
        </p:txBody>
      </p:sp>
      <p:sp>
        <p:nvSpPr>
          <p:cNvPr id="50" name="TextBox 49">
            <a:extLst>
              <a:ext uri="{FF2B5EF4-FFF2-40B4-BE49-F238E27FC236}">
                <a16:creationId xmlns:a16="http://schemas.microsoft.com/office/drawing/2014/main" id="{F2DB3E56-D34D-4C9E-BC45-229A6E18A067}"/>
              </a:ext>
            </a:extLst>
          </p:cNvPr>
          <p:cNvSpPr txBox="1"/>
          <p:nvPr/>
        </p:nvSpPr>
        <p:spPr>
          <a:xfrm>
            <a:off x="1244336" y="844736"/>
            <a:ext cx="9596384" cy="830997"/>
          </a:xfrm>
          <a:prstGeom prst="rect">
            <a:avLst/>
          </a:prstGeom>
          <a:noFill/>
        </p:spPr>
        <p:txBody>
          <a:bodyPr wrap="square" rtlCol="0">
            <a:spAutoFit/>
          </a:bodyPr>
          <a:lstStyle/>
          <a:p>
            <a:pPr algn="ctr"/>
            <a:r>
              <a:rPr lang="en-US" sz="2400" b="1" dirty="0">
                <a:solidFill>
                  <a:srgbClr val="000000"/>
                </a:solidFill>
                <a:effectLst/>
                <a:latin typeface="Times New Roman" panose="02020603050405020304" pitchFamily="18" charset="0"/>
                <a:ea typeface="Times New Roman" panose="02020603050405020304" pitchFamily="18" charset="0"/>
              </a:rPr>
              <a:t>23ECE381/23EAC381  OPEN LAB I</a:t>
            </a:r>
          </a:p>
          <a:p>
            <a:pPr algn="ctr"/>
            <a:r>
              <a:rPr lang="en-US" sz="2400" b="1" dirty="0">
                <a:solidFill>
                  <a:srgbClr val="000000"/>
                </a:solidFill>
                <a:latin typeface="Times New Roman" panose="02020603050405020304" pitchFamily="18" charset="0"/>
                <a:cs typeface="Times New Roman" panose="02020603050405020304" pitchFamily="18" charset="0"/>
              </a:rPr>
              <a:t>(</a:t>
            </a:r>
            <a:r>
              <a:rPr lang="en-US" sz="2400" b="1" dirty="0">
                <a:solidFill>
                  <a:srgbClr val="FF0000"/>
                </a:solidFill>
                <a:latin typeface="Times New Roman" panose="02020603050405020304" pitchFamily="18" charset="0"/>
                <a:cs typeface="Times New Roman" panose="02020603050405020304" pitchFamily="18" charset="0"/>
              </a:rPr>
              <a:t>Delete whichever is not applicable</a:t>
            </a:r>
            <a:r>
              <a:rPr lang="en-US" sz="2400" b="1" dirty="0">
                <a:solidFill>
                  <a:srgbClr val="000000"/>
                </a:solidFill>
                <a:latin typeface="Times New Roman" panose="02020603050405020304" pitchFamily="18" charset="0"/>
                <a:cs typeface="Times New Roman" panose="02020603050405020304" pitchFamily="18" charset="0"/>
              </a:rPr>
              <a:t>)</a:t>
            </a:r>
            <a:endParaRPr lang="en-IN" sz="2400" b="1" dirty="0">
              <a:latin typeface="Times New Roman" panose="02020603050405020304" pitchFamily="18" charset="0"/>
              <a:cs typeface="Times New Roman" panose="02020603050405020304" pitchFamily="18" charset="0"/>
            </a:endParaRPr>
          </a:p>
        </p:txBody>
      </p:sp>
      <p:sp>
        <p:nvSpPr>
          <p:cNvPr id="2" name="object 15">
            <a:extLst>
              <a:ext uri="{FF2B5EF4-FFF2-40B4-BE49-F238E27FC236}">
                <a16:creationId xmlns:a16="http://schemas.microsoft.com/office/drawing/2014/main" id="{2BE3F8CC-345B-1F50-F0F6-030E29774BDB}"/>
              </a:ext>
            </a:extLst>
          </p:cNvPr>
          <p:cNvSpPr txBox="1"/>
          <p:nvPr/>
        </p:nvSpPr>
        <p:spPr>
          <a:xfrm>
            <a:off x="1244336" y="4098827"/>
            <a:ext cx="3881974" cy="2078133"/>
          </a:xfrm>
          <a:prstGeom prst="rect">
            <a:avLst/>
          </a:prstGeom>
        </p:spPr>
        <p:txBody>
          <a:bodyPr vert="horz" wrap="square" lIns="0" tIns="15875" rIns="0" bIns="0" rtlCol="0">
            <a:spAutoFit/>
          </a:bodyPr>
          <a:lstStyle/>
          <a:p>
            <a:pPr marL="12700">
              <a:spcBef>
                <a:spcPts val="125"/>
              </a:spcBef>
            </a:pPr>
            <a:endParaRPr lang="en-IN" sz="2000" b="1" dirty="0">
              <a:latin typeface="Georgia"/>
              <a:cs typeface="Georgia"/>
            </a:endParaRPr>
          </a:p>
          <a:p>
            <a:pPr marL="12700" marR="887730">
              <a:lnSpc>
                <a:spcPct val="100200"/>
              </a:lnSpc>
            </a:pPr>
            <a:r>
              <a:rPr lang="en-IN" sz="2000" b="1" dirty="0">
                <a:latin typeface="Georgia"/>
                <a:cs typeface="Georgia"/>
              </a:rPr>
              <a:t>Guide Name:</a:t>
            </a:r>
          </a:p>
          <a:p>
            <a:pPr marL="12700" marR="887730">
              <a:lnSpc>
                <a:spcPct val="100200"/>
              </a:lnSpc>
            </a:pPr>
            <a:endParaRPr lang="en-IN" sz="2000" b="1" dirty="0">
              <a:latin typeface="Georgia"/>
            </a:endParaRPr>
          </a:p>
          <a:p>
            <a:pPr marL="12700" marR="887730">
              <a:lnSpc>
                <a:spcPct val="100200"/>
              </a:lnSpc>
            </a:pPr>
            <a:r>
              <a:rPr lang="en-IN" sz="2000" b="1" dirty="0">
                <a:latin typeface="Georgia"/>
              </a:rPr>
              <a:t>Evaluators Name:</a:t>
            </a:r>
            <a:endParaRPr lang="en-IN" dirty="0"/>
          </a:p>
          <a:p>
            <a:pPr>
              <a:defRPr>
                <a:latin typeface="Times New Roman"/>
                <a:ea typeface="Times New Roman"/>
                <a:cs typeface="Times New Roman"/>
                <a:sym typeface="Times New Roman"/>
              </a:defRPr>
            </a:pPr>
            <a:endParaRPr lang="en-IN" dirty="0"/>
          </a:p>
          <a:p>
            <a:pPr>
              <a:defRPr>
                <a:latin typeface="Times New Roman"/>
                <a:ea typeface="Times New Roman"/>
                <a:cs typeface="Times New Roman"/>
                <a:sym typeface="Times New Roman"/>
              </a:defRPr>
            </a:pPr>
            <a:endParaRPr lang="en-IN" dirty="0"/>
          </a:p>
          <a:p>
            <a:pPr marL="12700" marR="887730">
              <a:lnSpc>
                <a:spcPct val="100200"/>
              </a:lnSpc>
            </a:pPr>
            <a:endParaRPr dirty="0">
              <a:latin typeface="Georgia"/>
              <a:cs typeface="Georgia"/>
            </a:endParaRPr>
          </a:p>
        </p:txBody>
      </p:sp>
    </p:spTree>
    <p:extLst>
      <p:ext uri="{BB962C8B-B14F-4D97-AF65-F5344CB8AC3E}">
        <p14:creationId xmlns:p14="http://schemas.microsoft.com/office/powerpoint/2010/main" val="1283671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F6F5D-B568-44DB-9134-48AE2340FA7C}"/>
              </a:ext>
            </a:extLst>
          </p:cNvPr>
          <p:cNvSpPr>
            <a:spLocks noGrp="1"/>
          </p:cNvSpPr>
          <p:nvPr>
            <p:ph type="title"/>
          </p:nvPr>
        </p:nvSpPr>
        <p:spPr>
          <a:xfrm>
            <a:off x="0" y="136526"/>
            <a:ext cx="9316713" cy="1016414"/>
          </a:xfrm>
        </p:spPr>
        <p:txBody>
          <a:bodyPr anchor="b">
            <a:normAutofit/>
          </a:bodyPr>
          <a:lstStyle/>
          <a:p>
            <a:pPr algn="ctr"/>
            <a:r>
              <a:rPr lang="en-US" sz="3600" b="1" dirty="0">
                <a:solidFill>
                  <a:schemeClr val="tx2"/>
                </a:solidFill>
                <a:latin typeface="Times New Roman" panose="02020603050405020304" pitchFamily="18" charset="0"/>
                <a:cs typeface="Times New Roman" panose="02020603050405020304" pitchFamily="18" charset="0"/>
              </a:rPr>
              <a:t>MOTIVATION/PROBLEM STATEMENT</a:t>
            </a:r>
            <a:endParaRPr lang="en-IN" sz="3600" dirty="0">
              <a:solidFill>
                <a:schemeClr val="tx2"/>
              </a:solidFill>
            </a:endParaRPr>
          </a:p>
        </p:txBody>
      </p:sp>
      <p:sp>
        <p:nvSpPr>
          <p:cNvPr id="3" name="Content Placeholder 2">
            <a:extLst>
              <a:ext uri="{FF2B5EF4-FFF2-40B4-BE49-F238E27FC236}">
                <a16:creationId xmlns:a16="http://schemas.microsoft.com/office/drawing/2014/main" id="{E820F133-8386-40C7-9802-FC570A230891}"/>
              </a:ext>
            </a:extLst>
          </p:cNvPr>
          <p:cNvSpPr>
            <a:spLocks noGrp="1"/>
          </p:cNvSpPr>
          <p:nvPr>
            <p:ph idx="1"/>
          </p:nvPr>
        </p:nvSpPr>
        <p:spPr>
          <a:xfrm>
            <a:off x="1146703" y="1691893"/>
            <a:ext cx="10775505" cy="1528828"/>
          </a:xfrm>
        </p:spPr>
        <p:txBody>
          <a:bodyPr>
            <a:noAutofit/>
          </a:bodyPr>
          <a:lstStyle/>
          <a:p>
            <a:r>
              <a:rPr lang="en-US" sz="1800"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Only one slide</a:t>
            </a:r>
          </a:p>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Describe your problem in 3 bullets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Explain why it is important to solve this problem in 2 bullets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Calibri" panose="020F0502020204030204" pitchFamily="34" charset="0"/>
                <a:ea typeface="Calibri" panose="020F0502020204030204" pitchFamily="34" charset="0"/>
                <a:cs typeface="Times New Roman" panose="02020603050405020304" pitchFamily="18" charset="0"/>
              </a:rPr>
              <a:t>Explain its applications (after solved) in 1-2 bullets </a:t>
            </a: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80D8EC3-D209-4046-9D28-6C32EF6BAC9B}"/>
              </a:ext>
            </a:extLst>
          </p:cNvPr>
          <p:cNvSpPr>
            <a:spLocks noGrp="1"/>
          </p:cNvSpPr>
          <p:nvPr>
            <p:ph type="sldNum" sz="quarter" idx="12"/>
          </p:nvPr>
        </p:nvSpPr>
        <p:spPr/>
        <p:txBody>
          <a:bodyPr/>
          <a:lstStyle/>
          <a:p>
            <a:fld id="{C0898A6D-CD5C-4802-925B-E5FD8D219589}" type="slidenum">
              <a:rPr lang="en-IN" smtClean="0"/>
              <a:t>2</a:t>
            </a:fld>
            <a:endParaRPr lang="en-IN"/>
          </a:p>
        </p:txBody>
      </p:sp>
      <p:sp>
        <p:nvSpPr>
          <p:cNvPr id="5" name="Date Placeholder 4">
            <a:extLst>
              <a:ext uri="{FF2B5EF4-FFF2-40B4-BE49-F238E27FC236}">
                <a16:creationId xmlns:a16="http://schemas.microsoft.com/office/drawing/2014/main" id="{DA8B7210-F937-C51A-AF02-4E504424A744}"/>
              </a:ext>
            </a:extLst>
          </p:cNvPr>
          <p:cNvSpPr>
            <a:spLocks noGrp="1"/>
          </p:cNvSpPr>
          <p:nvPr>
            <p:ph type="dt" sz="half" idx="10"/>
          </p:nvPr>
        </p:nvSpPr>
        <p:spPr/>
        <p:txBody>
          <a:bodyPr/>
          <a:lstStyle/>
          <a:p>
            <a:fld id="{F18D3312-3917-4C8D-8D3D-3E5F4DB4C899}" type="datetime1">
              <a:rPr lang="en-IN" smtClean="0"/>
              <a:t>17-09-2025</a:t>
            </a:fld>
            <a:endParaRPr lang="en-IN"/>
          </a:p>
        </p:txBody>
      </p:sp>
    </p:spTree>
    <p:extLst>
      <p:ext uri="{BB962C8B-B14F-4D97-AF65-F5344CB8AC3E}">
        <p14:creationId xmlns:p14="http://schemas.microsoft.com/office/powerpoint/2010/main" val="4055837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115" name="Google Shape;63;p14"/>
          <p:cNvSpPr txBox="1">
            <a:spLocks noGrp="1"/>
          </p:cNvSpPr>
          <p:nvPr>
            <p:ph type="title"/>
          </p:nvPr>
        </p:nvSpPr>
        <p:spPr>
          <a:xfrm>
            <a:off x="914050" y="454347"/>
            <a:ext cx="9833548" cy="1066802"/>
          </a:xfrm>
          <a:prstGeom prst="rect">
            <a:avLst/>
          </a:prstGeom>
        </p:spPr>
        <p:txBody>
          <a:bodyPr vert="horz" lIns="91440" tIns="45720" rIns="91440" bIns="45720" rtlCol="0" anchor="b">
            <a:normAutofit/>
          </a:bodyPr>
          <a:lstStyle>
            <a:lvl1pPr>
              <a:defRPr sz="2500"/>
            </a:lvl1pPr>
          </a:lstStyle>
          <a:p>
            <a:r>
              <a:rPr lang="en-US" sz="3600" b="1" dirty="0">
                <a:solidFill>
                  <a:schemeClr val="tx2"/>
                </a:solidFill>
                <a:latin typeface="Times New Roman" panose="02020603050405020304" pitchFamily="18" charset="0"/>
                <a:cs typeface="Times New Roman" panose="02020603050405020304" pitchFamily="18" charset="0"/>
              </a:rPr>
              <a:t>OBJECTIVE</a:t>
            </a:r>
            <a:endParaRPr lang="en-US" sz="3600" b="1" kern="1200" dirty="0">
              <a:solidFill>
                <a:schemeClr val="tx2"/>
              </a:solidFill>
              <a:latin typeface="Times New Roman" panose="02020603050405020304" pitchFamily="18" charset="0"/>
              <a:cs typeface="Times New Roman" panose="02020603050405020304" pitchFamily="18" charset="0"/>
            </a:endParaRPr>
          </a:p>
        </p:txBody>
      </p:sp>
      <p:sp>
        <p:nvSpPr>
          <p:cNvPr id="116" name="Google Shape;64;p14"/>
          <p:cNvSpPr txBox="1">
            <a:spLocks noGrp="1"/>
          </p:cNvSpPr>
          <p:nvPr>
            <p:ph type="body" idx="1"/>
          </p:nvPr>
        </p:nvSpPr>
        <p:spPr>
          <a:xfrm>
            <a:off x="914049" y="2744065"/>
            <a:ext cx="10703643" cy="2945574"/>
          </a:xfrm>
          <a:prstGeom prst="rect">
            <a:avLst/>
          </a:prstGeom>
        </p:spPr>
        <p:txBody>
          <a:bodyPr vert="horz" lIns="91440" tIns="45720" rIns="91440" bIns="45720" rtlCol="0" anchor="ctr">
            <a:noAutofit/>
          </a:bodyPr>
          <a:lstStyle/>
          <a:p>
            <a:pPr marL="0" indent="0" algn="just">
              <a:lnSpc>
                <a:spcPct val="150000"/>
              </a:lnSpc>
              <a:buNone/>
            </a:pPr>
            <a:r>
              <a:rPr lang="en-US" b="1" dirty="0">
                <a:solidFill>
                  <a:schemeClr val="tx2"/>
                </a:solidFill>
                <a:latin typeface="Times New Roman" panose="02020603050405020304" pitchFamily="18" charset="0"/>
                <a:cs typeface="Times New Roman" panose="02020603050405020304" pitchFamily="18" charset="0"/>
              </a:rPr>
              <a:t>Sub Objectives</a:t>
            </a:r>
          </a:p>
          <a:p>
            <a:pPr marL="0" indent="0" algn="just">
              <a:lnSpc>
                <a:spcPct val="150000"/>
              </a:lnSpc>
              <a:buNone/>
            </a:pPr>
            <a:r>
              <a:rPr lang="en-IN" b="1" dirty="0">
                <a:solidFill>
                  <a:schemeClr val="tx2"/>
                </a:solidFill>
                <a:latin typeface="Times New Roman" panose="02020603050405020304" pitchFamily="18" charset="0"/>
                <a:cs typeface="Times New Roman" panose="02020603050405020304" pitchFamily="18" charset="0"/>
              </a:rPr>
              <a:t>State the status of your work here</a:t>
            </a:r>
            <a:endParaRPr lang="en-GB" b="1" dirty="0">
              <a:latin typeface="Times"/>
              <a:cs typeface="Calibri"/>
            </a:endParaRPr>
          </a:p>
          <a:p>
            <a:pPr>
              <a:lnSpc>
                <a:spcPct val="150000"/>
              </a:lnSpc>
              <a:buClr>
                <a:srgbClr val="000000"/>
              </a:buClr>
              <a:defRPr>
                <a:solidFill>
                  <a:srgbClr val="000000"/>
                </a:solidFill>
                <a:latin typeface="Times New Roman"/>
                <a:ea typeface="Times New Roman"/>
                <a:cs typeface="Times New Roman"/>
                <a:sym typeface="Times New Roman"/>
              </a:defRPr>
            </a:pPr>
            <a:endParaRPr lang="en-US" sz="2400" dirty="0">
              <a:solidFill>
                <a:schemeClr val="tx2"/>
              </a:solidFill>
            </a:endParaRPr>
          </a:p>
          <a:p>
            <a:pPr marL="0" indent="0">
              <a:lnSpc>
                <a:spcPct val="150000"/>
              </a:lnSpc>
              <a:buClr>
                <a:srgbClr val="000000"/>
              </a:buClr>
              <a:buNone/>
              <a:defRPr>
                <a:solidFill>
                  <a:srgbClr val="000000"/>
                </a:solidFill>
                <a:latin typeface="Times New Roman"/>
                <a:ea typeface="Times New Roman"/>
                <a:cs typeface="Times New Roman"/>
                <a:sym typeface="Times New Roman"/>
              </a:defRPr>
            </a:pPr>
            <a:endParaRPr lang="en-US" sz="2400" dirty="0">
              <a:solidFill>
                <a:schemeClr val="tx2"/>
              </a:solidFill>
            </a:endParaRPr>
          </a:p>
        </p:txBody>
      </p:sp>
      <p:sp>
        <p:nvSpPr>
          <p:cNvPr id="2" name="Slide Number Placeholder 1">
            <a:extLst>
              <a:ext uri="{FF2B5EF4-FFF2-40B4-BE49-F238E27FC236}">
                <a16:creationId xmlns:a16="http://schemas.microsoft.com/office/drawing/2014/main" id="{F7A22688-0EA4-4848-B2D6-F3A56F56EF2F}"/>
              </a:ext>
            </a:extLst>
          </p:cNvPr>
          <p:cNvSpPr>
            <a:spLocks noGrp="1"/>
          </p:cNvSpPr>
          <p:nvPr>
            <p:ph type="sldNum" sz="quarter" idx="2"/>
          </p:nvPr>
        </p:nvSpPr>
        <p:spPr/>
        <p:txBody>
          <a:bodyPr/>
          <a:lstStyle/>
          <a:p>
            <a:fld id="{86CB4B4D-7CA3-9044-876B-883B54F8677D}" type="slidenum">
              <a:rPr lang="en-IN" smtClean="0"/>
              <a:t>3</a:t>
            </a:fld>
            <a:endParaRPr lang="en-IN"/>
          </a:p>
        </p:txBody>
      </p:sp>
    </p:spTree>
    <p:extLst>
      <p:ext uri="{BB962C8B-B14F-4D97-AF65-F5344CB8AC3E}">
        <p14:creationId xmlns:p14="http://schemas.microsoft.com/office/powerpoint/2010/main" val="1080833113"/>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19385FD-D85F-4082-8BF0-5E8581DA2EC5}"/>
              </a:ext>
            </a:extLst>
          </p:cNvPr>
          <p:cNvSpPr>
            <a:spLocks noGrp="1"/>
          </p:cNvSpPr>
          <p:nvPr>
            <p:ph type="title"/>
          </p:nvPr>
        </p:nvSpPr>
        <p:spPr>
          <a:xfrm>
            <a:off x="722290" y="136525"/>
            <a:ext cx="10515600" cy="939693"/>
          </a:xfrm>
        </p:spPr>
        <p:txBody>
          <a:bodyPr>
            <a:normAutofit/>
          </a:bodyPr>
          <a:lstStyle/>
          <a:p>
            <a:r>
              <a:rPr lang="en-US" sz="2800" b="1" spc="15" dirty="0">
                <a:solidFill>
                  <a:schemeClr val="tx2"/>
                </a:solidFill>
                <a:uFill>
                  <a:solidFill>
                    <a:srgbClr val="000000"/>
                  </a:solidFill>
                </a:uFill>
                <a:latin typeface="Times New Roman" panose="02020603050405020304" pitchFamily="18" charset="0"/>
                <a:cs typeface="Times New Roman" panose="02020603050405020304" pitchFamily="18" charset="0"/>
              </a:rPr>
              <a:t>SUMMARY OF LITERATURE SURVEY – Evaluation I</a:t>
            </a:r>
            <a:endParaRPr lang="en-US" sz="2800" dirty="0">
              <a:solidFill>
                <a:schemeClr val="tx2"/>
              </a:solidFill>
              <a:latin typeface="Times" panose="02020603050405020304" pitchFamily="18" charset="0"/>
              <a:cs typeface="Times" panose="02020603050405020304" pitchFamily="18" charset="0"/>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881593751"/>
              </p:ext>
            </p:extLst>
          </p:nvPr>
        </p:nvGraphicFramePr>
        <p:xfrm>
          <a:off x="268357" y="840439"/>
          <a:ext cx="11734346" cy="4222066"/>
        </p:xfrm>
        <a:graphic>
          <a:graphicData uri="http://schemas.openxmlformats.org/drawingml/2006/table">
            <a:tbl>
              <a:tblPr firstRow="1" bandRow="1">
                <a:tableStyleId>{F5AB1C69-6EDB-4FF4-983F-18BD219EF322}</a:tableStyleId>
              </a:tblPr>
              <a:tblGrid>
                <a:gridCol w="2743994">
                  <a:extLst>
                    <a:ext uri="{9D8B030D-6E8A-4147-A177-3AD203B41FA5}">
                      <a16:colId xmlns:a16="http://schemas.microsoft.com/office/drawing/2014/main" val="20000"/>
                    </a:ext>
                  </a:extLst>
                </a:gridCol>
                <a:gridCol w="2184727">
                  <a:extLst>
                    <a:ext uri="{9D8B030D-6E8A-4147-A177-3AD203B41FA5}">
                      <a16:colId xmlns:a16="http://schemas.microsoft.com/office/drawing/2014/main" val="20001"/>
                    </a:ext>
                  </a:extLst>
                </a:gridCol>
                <a:gridCol w="1504421">
                  <a:extLst>
                    <a:ext uri="{9D8B030D-6E8A-4147-A177-3AD203B41FA5}">
                      <a16:colId xmlns:a16="http://schemas.microsoft.com/office/drawing/2014/main" val="20002"/>
                    </a:ext>
                  </a:extLst>
                </a:gridCol>
                <a:gridCol w="2713201">
                  <a:extLst>
                    <a:ext uri="{9D8B030D-6E8A-4147-A177-3AD203B41FA5}">
                      <a16:colId xmlns:a16="http://schemas.microsoft.com/office/drawing/2014/main" val="20003"/>
                    </a:ext>
                  </a:extLst>
                </a:gridCol>
                <a:gridCol w="2588003">
                  <a:extLst>
                    <a:ext uri="{9D8B030D-6E8A-4147-A177-3AD203B41FA5}">
                      <a16:colId xmlns:a16="http://schemas.microsoft.com/office/drawing/2014/main" val="20004"/>
                    </a:ext>
                  </a:extLst>
                </a:gridCol>
              </a:tblGrid>
              <a:tr h="625377">
                <a:tc>
                  <a:txBody>
                    <a:bodyPr/>
                    <a:lstStyle/>
                    <a:p>
                      <a:pPr algn="ctr"/>
                      <a:r>
                        <a:rPr lang="en-IN" dirty="0">
                          <a:solidFill>
                            <a:schemeClr val="tx1">
                              <a:lumMod val="95000"/>
                              <a:lumOff val="5000"/>
                            </a:schemeClr>
                          </a:solidFill>
                        </a:rPr>
                        <a:t>Title </a:t>
                      </a:r>
                    </a:p>
                  </a:txBody>
                  <a:tcPr/>
                </a:tc>
                <a:tc>
                  <a:txBody>
                    <a:bodyPr/>
                    <a:lstStyle/>
                    <a:p>
                      <a:pPr algn="ctr"/>
                      <a:r>
                        <a:rPr lang="en-IN" dirty="0">
                          <a:solidFill>
                            <a:schemeClr val="tx1">
                              <a:lumMod val="95000"/>
                              <a:lumOff val="5000"/>
                            </a:schemeClr>
                          </a:solidFill>
                        </a:rPr>
                        <a:t>Problem Addressed</a:t>
                      </a:r>
                    </a:p>
                  </a:txBody>
                  <a:tcPr/>
                </a:tc>
                <a:tc>
                  <a:txBody>
                    <a:bodyPr/>
                    <a:lstStyle/>
                    <a:p>
                      <a:pPr algn="ctr"/>
                      <a:r>
                        <a:rPr lang="en-IN" dirty="0">
                          <a:solidFill>
                            <a:schemeClr val="tx1">
                              <a:lumMod val="95000"/>
                              <a:lumOff val="5000"/>
                            </a:schemeClr>
                          </a:solidFill>
                        </a:rPr>
                        <a:t>Methodology/Tools used</a:t>
                      </a:r>
                    </a:p>
                  </a:txBody>
                  <a:tcPr/>
                </a:tc>
                <a:tc>
                  <a:txBody>
                    <a:bodyPr/>
                    <a:lstStyle/>
                    <a:p>
                      <a:pPr algn="ctr"/>
                      <a:r>
                        <a:rPr lang="en-IN" dirty="0">
                          <a:solidFill>
                            <a:schemeClr val="tx1">
                              <a:lumMod val="95000"/>
                              <a:lumOff val="5000"/>
                            </a:schemeClr>
                          </a:solidFill>
                        </a:rPr>
                        <a:t>Final Outcomes</a:t>
                      </a:r>
                    </a:p>
                  </a:txBody>
                  <a:tcPr/>
                </a:tc>
                <a:tc>
                  <a:txBody>
                    <a:bodyPr/>
                    <a:lstStyle/>
                    <a:p>
                      <a:pPr algn="ctr"/>
                      <a:r>
                        <a:rPr lang="en-IN" dirty="0">
                          <a:solidFill>
                            <a:schemeClr val="tx1">
                              <a:lumMod val="95000"/>
                              <a:lumOff val="5000"/>
                            </a:schemeClr>
                          </a:solidFill>
                        </a:rPr>
                        <a:t>Gaps identified</a:t>
                      </a:r>
                    </a:p>
                  </a:txBody>
                  <a:tcPr/>
                </a:tc>
                <a:extLst>
                  <a:ext uri="{0D108BD9-81ED-4DB2-BD59-A6C34878D82A}">
                    <a16:rowId xmlns:a16="http://schemas.microsoft.com/office/drawing/2014/main" val="10000"/>
                  </a:ext>
                </a:extLst>
              </a:tr>
              <a:tr h="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Paper 1</a:t>
                      </a:r>
                    </a:p>
                  </a:txBody>
                  <a:tcPr/>
                </a:tc>
                <a:tc gridSpan="4">
                  <a:txBody>
                    <a:bodyPr/>
                    <a:lstStyle/>
                    <a:p>
                      <a:endParaRPr lang="en-IN" sz="18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latin typeface="Times New Roman" panose="02020603050405020304" pitchFamily="18" charset="0"/>
                        <a:cs typeface="Times New Roman" panose="02020603050405020304" pitchFamily="18" charset="0"/>
                      </a:endParaRPr>
                    </a:p>
                  </a:txBody>
                  <a:tcPr/>
                </a:tc>
                <a:tc hMerge="1">
                  <a:txBody>
                    <a:bodyPr/>
                    <a:lstStyle/>
                    <a:p>
                      <a:pPr>
                        <a:lnSpc>
                          <a:spcPct val="100000"/>
                        </a:lnSpc>
                      </a:pP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161415">
                <a:tc>
                  <a:txBody>
                    <a:bodyPr/>
                    <a:lstStyle/>
                    <a:p>
                      <a:r>
                        <a:rPr lang="en-IN" dirty="0"/>
                        <a:t>Paper 2</a:t>
                      </a:r>
                    </a:p>
                  </a:txBody>
                  <a:tcPr/>
                </a:tc>
                <a:tc gridSpan="4">
                  <a:txBody>
                    <a:bodyPr/>
                    <a:lstStyle/>
                    <a:p>
                      <a:r>
                        <a:rPr lang="en-IN" sz="2400" dirty="0">
                          <a:highlight>
                            <a:srgbClr val="FFFF00"/>
                          </a:highlight>
                        </a:rPr>
                        <a:t>This slide is same as the Evaluation – I presentation summary</a:t>
                      </a:r>
                    </a:p>
                  </a:txBody>
                  <a:tcPr/>
                </a:tc>
                <a:tc hMerge="1">
                  <a:txBody>
                    <a:bodyPr/>
                    <a:lstStyle/>
                    <a:p>
                      <a:endParaRPr lang="en-IN" dirty="0"/>
                    </a:p>
                  </a:txBody>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dirty="0"/>
                    </a:p>
                  </a:txBody>
                  <a:tcPr/>
                </a:tc>
                <a:tc hMerge="1">
                  <a:txBody>
                    <a:bodyPr/>
                    <a:lstStyle/>
                    <a:p>
                      <a:pPr>
                        <a:lnSpc>
                          <a:spcPct val="100000"/>
                        </a:lnSpc>
                      </a:pP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8933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Paper 3</a:t>
                      </a:r>
                    </a:p>
                    <a:p>
                      <a:pPr marL="0" marR="0" indent="0" algn="l" defTabSz="914400" rtl="0" eaLnBrk="1" fontAlgn="auto" latinLnBrk="0" hangingPunct="1">
                        <a:lnSpc>
                          <a:spcPct val="100000"/>
                        </a:lnSpc>
                        <a:spcBef>
                          <a:spcPts val="0"/>
                        </a:spcBef>
                        <a:spcAft>
                          <a:spcPts val="0"/>
                        </a:spcAft>
                        <a:buClrTx/>
                        <a:buSzTx/>
                        <a:buFontTx/>
                        <a:buNone/>
                        <a:tabLst/>
                        <a:defRPr/>
                      </a:pPr>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pPr>
                        <a:lnSpc>
                          <a:spcPct val="100000"/>
                        </a:lnSpc>
                      </a:pP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116141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pPr>
                        <a:lnSpc>
                          <a:spcPct val="100000"/>
                        </a:lnSpc>
                      </a:pP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bl>
          </a:graphicData>
        </a:graphic>
      </p:graphicFrame>
      <p:sp>
        <p:nvSpPr>
          <p:cNvPr id="4" name="Slide Number Placeholder 3">
            <a:extLst>
              <a:ext uri="{FF2B5EF4-FFF2-40B4-BE49-F238E27FC236}">
                <a16:creationId xmlns:a16="http://schemas.microsoft.com/office/drawing/2014/main" id="{A13A189E-DA39-4AEE-875C-4CC1271166A6}"/>
              </a:ext>
            </a:extLst>
          </p:cNvPr>
          <p:cNvSpPr>
            <a:spLocks noGrp="1"/>
          </p:cNvSpPr>
          <p:nvPr>
            <p:ph type="sldNum" sz="quarter" idx="12"/>
          </p:nvPr>
        </p:nvSpPr>
        <p:spPr/>
        <p:txBody>
          <a:bodyPr/>
          <a:lstStyle/>
          <a:p>
            <a:fld id="{F3CF9E0A-753D-4DEE-8B72-21047AC14C30}" type="slidenum">
              <a:rPr lang="en-US" sz="1600" smtClean="0">
                <a:solidFill>
                  <a:schemeClr val="tx1"/>
                </a:solidFill>
                <a:latin typeface="Times" panose="02020603050405020304" pitchFamily="18" charset="0"/>
                <a:cs typeface="Times" panose="02020603050405020304" pitchFamily="18" charset="0"/>
              </a:rPr>
              <a:t>4</a:t>
            </a:fld>
            <a:endParaRPr lang="en-US" sz="1600" dirty="0">
              <a:solidFill>
                <a:schemeClr val="tx1"/>
              </a:solidFill>
              <a:latin typeface="Times" panose="02020603050405020304" pitchFamily="18" charset="0"/>
              <a:cs typeface="Times" panose="02020603050405020304" pitchFamily="18" charset="0"/>
            </a:endParaRPr>
          </a:p>
        </p:txBody>
      </p:sp>
      <p:sp>
        <p:nvSpPr>
          <p:cNvPr id="2" name="Date Placeholder 1">
            <a:extLst>
              <a:ext uri="{FF2B5EF4-FFF2-40B4-BE49-F238E27FC236}">
                <a16:creationId xmlns:a16="http://schemas.microsoft.com/office/drawing/2014/main" id="{6503E310-7FAF-6904-C492-146D120F6A61}"/>
              </a:ext>
            </a:extLst>
          </p:cNvPr>
          <p:cNvSpPr>
            <a:spLocks noGrp="1"/>
          </p:cNvSpPr>
          <p:nvPr>
            <p:ph type="dt" sz="half" idx="10"/>
          </p:nvPr>
        </p:nvSpPr>
        <p:spPr/>
        <p:txBody>
          <a:bodyPr/>
          <a:lstStyle/>
          <a:p>
            <a:fld id="{A47FB462-7DA8-4033-9EC4-AB93DB40D72B}" type="datetime1">
              <a:rPr lang="en-IN" smtClean="0"/>
              <a:t>17-09-2025</a:t>
            </a:fld>
            <a:endParaRPr lang="en-IN"/>
          </a:p>
        </p:txBody>
      </p:sp>
    </p:spTree>
    <p:extLst>
      <p:ext uri="{BB962C8B-B14F-4D97-AF65-F5344CB8AC3E}">
        <p14:creationId xmlns:p14="http://schemas.microsoft.com/office/powerpoint/2010/main" val="22978006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86051-14D8-406D-B74F-C31DE8BE09F1}"/>
              </a:ext>
            </a:extLst>
          </p:cNvPr>
          <p:cNvSpPr>
            <a:spLocks noGrp="1"/>
          </p:cNvSpPr>
          <p:nvPr>
            <p:ph type="title"/>
          </p:nvPr>
        </p:nvSpPr>
        <p:spPr>
          <a:xfrm>
            <a:off x="2636479" y="210337"/>
            <a:ext cx="6441959" cy="682839"/>
          </a:xfrm>
        </p:spPr>
        <p:txBody>
          <a:bodyPr>
            <a:normAutofit/>
          </a:bodyPr>
          <a:lstStyle/>
          <a:p>
            <a:pPr algn="ctr"/>
            <a:r>
              <a:rPr lang="en-US" sz="3600" b="1" dirty="0">
                <a:solidFill>
                  <a:schemeClr val="tx2"/>
                </a:solidFill>
                <a:latin typeface="Times New Roman" panose="02020603050405020304" pitchFamily="18" charset="0"/>
                <a:cs typeface="Times New Roman" panose="02020603050405020304" pitchFamily="18" charset="0"/>
              </a:rPr>
              <a:t>LITERATURE SURVEY</a:t>
            </a:r>
            <a:endParaRPr lang="en-US" sz="3600" u="sng" dirty="0">
              <a:latin typeface="Times" panose="02020603050405020304" pitchFamily="18" charset="0"/>
              <a:cs typeface="Times" panose="02020603050405020304" pitchFamily="18" charset="0"/>
            </a:endParaRPr>
          </a:p>
        </p:txBody>
      </p:sp>
      <p:sp>
        <p:nvSpPr>
          <p:cNvPr id="3" name="Content Placeholder 2">
            <a:extLst>
              <a:ext uri="{FF2B5EF4-FFF2-40B4-BE49-F238E27FC236}">
                <a16:creationId xmlns:a16="http://schemas.microsoft.com/office/drawing/2014/main" id="{B05FD29F-D403-43B4-AB34-B093554D6DC2}"/>
              </a:ext>
            </a:extLst>
          </p:cNvPr>
          <p:cNvSpPr>
            <a:spLocks noGrp="1"/>
          </p:cNvSpPr>
          <p:nvPr>
            <p:ph idx="1"/>
          </p:nvPr>
        </p:nvSpPr>
        <p:spPr>
          <a:xfrm>
            <a:off x="838200" y="893176"/>
            <a:ext cx="10515600" cy="5463174"/>
          </a:xfrm>
        </p:spPr>
        <p:txBody>
          <a:bodyPr>
            <a:noAutofit/>
          </a:bodyPr>
          <a:lstStyle/>
          <a:p>
            <a:r>
              <a:rPr lang="en-US" sz="2000" b="1"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Add the literature referred after evaluation – I. It can be research papers, Specifications, Datasheet, manuals, etc.</a:t>
            </a: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Detailed discussion of at least one paper or any other source material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Why did you choose to discuss this paper/patent/video?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What did you learn from this? </a:t>
            </a:r>
            <a:endParaRPr lang="en-IN" sz="20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2000" kern="100" dirty="0">
                <a:effectLst/>
                <a:latin typeface="Calibri" panose="020F0502020204030204" pitchFamily="34" charset="0"/>
                <a:ea typeface="Calibri" panose="020F0502020204030204" pitchFamily="34" charset="0"/>
                <a:cs typeface="Times New Roman" panose="02020603050405020304" pitchFamily="18" charset="0"/>
              </a:rPr>
              <a:t>How are you going to apply the learnings into your project. </a:t>
            </a:r>
          </a:p>
          <a:p>
            <a:r>
              <a:rPr lang="en-IN" sz="2000" kern="100" dirty="0">
                <a:effectLst/>
                <a:latin typeface="Calibri" panose="020F0502020204030204" pitchFamily="34" charset="0"/>
                <a:ea typeface="Calibri" panose="020F0502020204030204" pitchFamily="34" charset="0"/>
                <a:cs typeface="Times New Roman" panose="02020603050405020304" pitchFamily="18" charset="0"/>
              </a:rPr>
              <a:t>Use one slide for one paper</a:t>
            </a:r>
          </a:p>
          <a:p>
            <a:pPr marL="12700" marR="5080" indent="0" algn="just">
              <a:lnSpc>
                <a:spcPct val="105000"/>
              </a:lnSpc>
              <a:spcBef>
                <a:spcPts val="35"/>
              </a:spcBef>
              <a:buNone/>
            </a:pPr>
            <a:endParaRPr lang="en-IN" sz="2000" b="1" spc="-5" dirty="0">
              <a:solidFill>
                <a:schemeClr val="accent1">
                  <a:lumMod val="50000"/>
                </a:schemeClr>
              </a:solidFill>
              <a:latin typeface="Times New Roman"/>
              <a:cs typeface="Times New Roman"/>
            </a:endParaRPr>
          </a:p>
          <a:p>
            <a:pPr marL="12700" marR="5080" indent="0" algn="just">
              <a:lnSpc>
                <a:spcPct val="105000"/>
              </a:lnSpc>
              <a:spcBef>
                <a:spcPts val="35"/>
              </a:spcBef>
              <a:buNone/>
            </a:pPr>
            <a:r>
              <a:rPr lang="en-IN" sz="2000" b="1" spc="-5" dirty="0">
                <a:solidFill>
                  <a:schemeClr val="accent1">
                    <a:lumMod val="50000"/>
                  </a:schemeClr>
                </a:solidFill>
                <a:latin typeface="Times New Roman"/>
                <a:cs typeface="Times New Roman"/>
              </a:rPr>
              <a:t>PAPER TITLE: </a:t>
            </a:r>
            <a:endParaRPr lang="en-IN" sz="2000" b="1" dirty="0">
              <a:solidFill>
                <a:schemeClr val="accent1">
                  <a:lumMod val="50000"/>
                </a:schemeClr>
              </a:solidFill>
              <a:latin typeface="Times New Roman"/>
              <a:cs typeface="Times New Roman"/>
            </a:endParaRPr>
          </a:p>
          <a:p>
            <a:pPr marL="0" indent="0" algn="just">
              <a:lnSpc>
                <a:spcPct val="100000"/>
              </a:lnSpc>
              <a:buNone/>
            </a:pPr>
            <a:r>
              <a:rPr lang="en-US" sz="2000" b="1" dirty="0">
                <a:solidFill>
                  <a:schemeClr val="tx2"/>
                </a:solidFill>
                <a:latin typeface="Times" panose="02020603050405020304" pitchFamily="18" charset="0"/>
                <a:cs typeface="Times" panose="02020603050405020304" pitchFamily="18" charset="0"/>
              </a:rPr>
              <a:t>OBJECTIVE:</a:t>
            </a:r>
          </a:p>
          <a:p>
            <a:pPr marL="0" indent="0" algn="just">
              <a:lnSpc>
                <a:spcPct val="100000"/>
              </a:lnSpc>
              <a:buNone/>
            </a:pPr>
            <a:r>
              <a:rPr lang="en-US" sz="2000" b="1" dirty="0">
                <a:solidFill>
                  <a:schemeClr val="tx2"/>
                </a:solidFill>
                <a:latin typeface="Times" panose="02020603050405020304" pitchFamily="18" charset="0"/>
                <a:cs typeface="Times" panose="02020603050405020304" pitchFamily="18" charset="0"/>
              </a:rPr>
              <a:t>METHODOLOGY:</a:t>
            </a:r>
          </a:p>
          <a:p>
            <a:pPr marL="0" indent="0" algn="just">
              <a:lnSpc>
                <a:spcPct val="100000"/>
              </a:lnSpc>
              <a:buNone/>
            </a:pPr>
            <a:r>
              <a:rPr lang="en-US" sz="2000" b="1" dirty="0">
                <a:solidFill>
                  <a:schemeClr val="tx2"/>
                </a:solidFill>
                <a:latin typeface="Times" panose="02020603050405020304" pitchFamily="18" charset="0"/>
                <a:cs typeface="Times" panose="02020603050405020304" pitchFamily="18" charset="0"/>
              </a:rPr>
              <a:t>INFERENCE:</a:t>
            </a:r>
          </a:p>
          <a:p>
            <a:pPr marL="0" indent="0" algn="just">
              <a:lnSpc>
                <a:spcPct val="100000"/>
              </a:lnSpc>
              <a:buNone/>
            </a:pPr>
            <a:r>
              <a:rPr lang="en-US" sz="2000" b="1" dirty="0">
                <a:solidFill>
                  <a:schemeClr val="tx2"/>
                </a:solidFill>
                <a:highlight>
                  <a:srgbClr val="FFFF00"/>
                </a:highlight>
                <a:latin typeface="Times" panose="02020603050405020304" pitchFamily="18" charset="0"/>
                <a:cs typeface="Times" panose="02020603050405020304" pitchFamily="18" charset="0"/>
              </a:rPr>
              <a:t>Second paper, Third paper can be in subsequent slides.</a:t>
            </a:r>
          </a:p>
        </p:txBody>
      </p:sp>
      <p:sp>
        <p:nvSpPr>
          <p:cNvPr id="4" name="Slide Number Placeholder 3">
            <a:extLst>
              <a:ext uri="{FF2B5EF4-FFF2-40B4-BE49-F238E27FC236}">
                <a16:creationId xmlns:a16="http://schemas.microsoft.com/office/drawing/2014/main" id="{481F95B5-65B5-4727-8A15-B61C9EB36102}"/>
              </a:ext>
            </a:extLst>
          </p:cNvPr>
          <p:cNvSpPr>
            <a:spLocks noGrp="1"/>
          </p:cNvSpPr>
          <p:nvPr>
            <p:ph type="sldNum" sz="quarter" idx="12"/>
          </p:nvPr>
        </p:nvSpPr>
        <p:spPr/>
        <p:txBody>
          <a:bodyPr/>
          <a:lstStyle/>
          <a:p>
            <a:fld id="{F3CF9E0A-753D-4DEE-8B72-21047AC14C30}" type="slidenum">
              <a:rPr lang="en-US" sz="1600" smtClean="0">
                <a:solidFill>
                  <a:schemeClr val="tx1"/>
                </a:solidFill>
                <a:latin typeface="Times" panose="02020603050405020304" pitchFamily="18" charset="0"/>
                <a:cs typeface="Times" panose="02020603050405020304" pitchFamily="18" charset="0"/>
              </a:rPr>
              <a:t>5</a:t>
            </a:fld>
            <a:endParaRPr lang="en-US" sz="1600" dirty="0">
              <a:solidFill>
                <a:schemeClr val="tx1"/>
              </a:solidFill>
              <a:latin typeface="Times" panose="02020603050405020304" pitchFamily="18" charset="0"/>
              <a:cs typeface="Times" panose="02020603050405020304" pitchFamily="18" charset="0"/>
            </a:endParaRPr>
          </a:p>
        </p:txBody>
      </p:sp>
      <p:sp>
        <p:nvSpPr>
          <p:cNvPr id="6" name="Date Placeholder 5">
            <a:extLst>
              <a:ext uri="{FF2B5EF4-FFF2-40B4-BE49-F238E27FC236}">
                <a16:creationId xmlns:a16="http://schemas.microsoft.com/office/drawing/2014/main" id="{5A4339A4-8C91-A6EF-449D-C4C14538A2F0}"/>
              </a:ext>
            </a:extLst>
          </p:cNvPr>
          <p:cNvSpPr>
            <a:spLocks noGrp="1"/>
          </p:cNvSpPr>
          <p:nvPr>
            <p:ph type="dt" sz="half" idx="10"/>
          </p:nvPr>
        </p:nvSpPr>
        <p:spPr/>
        <p:txBody>
          <a:bodyPr/>
          <a:lstStyle/>
          <a:p>
            <a:fld id="{2FEDDE68-7316-4C22-9DBB-6A45A9F243CA}" type="datetime1">
              <a:rPr lang="en-IN" smtClean="0"/>
              <a:t>17-09-2025</a:t>
            </a:fld>
            <a:endParaRPr lang="en-IN"/>
          </a:p>
        </p:txBody>
      </p:sp>
    </p:spTree>
    <p:extLst>
      <p:ext uri="{BB962C8B-B14F-4D97-AF65-F5344CB8AC3E}">
        <p14:creationId xmlns:p14="http://schemas.microsoft.com/office/powerpoint/2010/main" val="28167253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19385FD-D85F-4082-8BF0-5E8581DA2EC5}"/>
              </a:ext>
            </a:extLst>
          </p:cNvPr>
          <p:cNvSpPr>
            <a:spLocks noGrp="1"/>
          </p:cNvSpPr>
          <p:nvPr>
            <p:ph type="title"/>
          </p:nvPr>
        </p:nvSpPr>
        <p:spPr>
          <a:xfrm>
            <a:off x="722290" y="136525"/>
            <a:ext cx="10515600" cy="939693"/>
          </a:xfrm>
        </p:spPr>
        <p:txBody>
          <a:bodyPr>
            <a:normAutofit/>
          </a:bodyPr>
          <a:lstStyle/>
          <a:p>
            <a:r>
              <a:rPr lang="en-US" sz="3600" b="1" spc="15" dirty="0">
                <a:solidFill>
                  <a:schemeClr val="tx2"/>
                </a:solidFill>
                <a:uFill>
                  <a:solidFill>
                    <a:srgbClr val="000000"/>
                  </a:solidFill>
                </a:uFill>
                <a:latin typeface="Times New Roman" panose="02020603050405020304" pitchFamily="18" charset="0"/>
                <a:cs typeface="Times New Roman" panose="02020603050405020304" pitchFamily="18" charset="0"/>
              </a:rPr>
              <a:t>SUMMARY OF LITERATURE SURVEY</a:t>
            </a:r>
            <a:endParaRPr lang="en-US" sz="3600" dirty="0">
              <a:solidFill>
                <a:schemeClr val="tx2"/>
              </a:solidFill>
              <a:latin typeface="Times" panose="02020603050405020304" pitchFamily="18" charset="0"/>
              <a:cs typeface="Times" panose="02020603050405020304" pitchFamily="18" charset="0"/>
            </a:endParaRP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3847405552"/>
              </p:ext>
            </p:extLst>
          </p:nvPr>
        </p:nvGraphicFramePr>
        <p:xfrm>
          <a:off x="268357" y="840439"/>
          <a:ext cx="11734346" cy="5319346"/>
        </p:xfrm>
        <a:graphic>
          <a:graphicData uri="http://schemas.openxmlformats.org/drawingml/2006/table">
            <a:tbl>
              <a:tblPr firstRow="1" bandRow="1">
                <a:tableStyleId>{F5AB1C69-6EDB-4FF4-983F-18BD219EF322}</a:tableStyleId>
              </a:tblPr>
              <a:tblGrid>
                <a:gridCol w="2743994">
                  <a:extLst>
                    <a:ext uri="{9D8B030D-6E8A-4147-A177-3AD203B41FA5}">
                      <a16:colId xmlns:a16="http://schemas.microsoft.com/office/drawing/2014/main" val="20000"/>
                    </a:ext>
                  </a:extLst>
                </a:gridCol>
                <a:gridCol w="2184727">
                  <a:extLst>
                    <a:ext uri="{9D8B030D-6E8A-4147-A177-3AD203B41FA5}">
                      <a16:colId xmlns:a16="http://schemas.microsoft.com/office/drawing/2014/main" val="20001"/>
                    </a:ext>
                  </a:extLst>
                </a:gridCol>
                <a:gridCol w="1504421">
                  <a:extLst>
                    <a:ext uri="{9D8B030D-6E8A-4147-A177-3AD203B41FA5}">
                      <a16:colId xmlns:a16="http://schemas.microsoft.com/office/drawing/2014/main" val="20002"/>
                    </a:ext>
                  </a:extLst>
                </a:gridCol>
                <a:gridCol w="2713201">
                  <a:extLst>
                    <a:ext uri="{9D8B030D-6E8A-4147-A177-3AD203B41FA5}">
                      <a16:colId xmlns:a16="http://schemas.microsoft.com/office/drawing/2014/main" val="20003"/>
                    </a:ext>
                  </a:extLst>
                </a:gridCol>
                <a:gridCol w="2588003">
                  <a:extLst>
                    <a:ext uri="{9D8B030D-6E8A-4147-A177-3AD203B41FA5}">
                      <a16:colId xmlns:a16="http://schemas.microsoft.com/office/drawing/2014/main" val="20004"/>
                    </a:ext>
                  </a:extLst>
                </a:gridCol>
              </a:tblGrid>
              <a:tr h="625377">
                <a:tc>
                  <a:txBody>
                    <a:bodyPr/>
                    <a:lstStyle/>
                    <a:p>
                      <a:pPr algn="ctr"/>
                      <a:r>
                        <a:rPr lang="en-IN" dirty="0">
                          <a:solidFill>
                            <a:schemeClr val="tx1">
                              <a:lumMod val="95000"/>
                              <a:lumOff val="5000"/>
                            </a:schemeClr>
                          </a:solidFill>
                        </a:rPr>
                        <a:t>Title </a:t>
                      </a:r>
                    </a:p>
                  </a:txBody>
                  <a:tcPr/>
                </a:tc>
                <a:tc>
                  <a:txBody>
                    <a:bodyPr/>
                    <a:lstStyle/>
                    <a:p>
                      <a:pPr algn="ctr"/>
                      <a:r>
                        <a:rPr lang="en-IN" dirty="0">
                          <a:solidFill>
                            <a:schemeClr val="tx1">
                              <a:lumMod val="95000"/>
                              <a:lumOff val="5000"/>
                            </a:schemeClr>
                          </a:solidFill>
                        </a:rPr>
                        <a:t>Problem Addressed</a:t>
                      </a:r>
                    </a:p>
                  </a:txBody>
                  <a:tcPr/>
                </a:tc>
                <a:tc>
                  <a:txBody>
                    <a:bodyPr/>
                    <a:lstStyle/>
                    <a:p>
                      <a:pPr algn="ctr"/>
                      <a:r>
                        <a:rPr lang="en-IN" dirty="0">
                          <a:solidFill>
                            <a:schemeClr val="tx1">
                              <a:lumMod val="95000"/>
                              <a:lumOff val="5000"/>
                            </a:schemeClr>
                          </a:solidFill>
                        </a:rPr>
                        <a:t>Methodology/Tools used</a:t>
                      </a:r>
                    </a:p>
                  </a:txBody>
                  <a:tcPr/>
                </a:tc>
                <a:tc>
                  <a:txBody>
                    <a:bodyPr/>
                    <a:lstStyle/>
                    <a:p>
                      <a:pPr algn="ctr"/>
                      <a:r>
                        <a:rPr lang="en-IN" dirty="0">
                          <a:solidFill>
                            <a:schemeClr val="tx1">
                              <a:lumMod val="95000"/>
                              <a:lumOff val="5000"/>
                            </a:schemeClr>
                          </a:solidFill>
                        </a:rPr>
                        <a:t>Final Outcomes</a:t>
                      </a:r>
                    </a:p>
                  </a:txBody>
                  <a:tcPr/>
                </a:tc>
                <a:tc>
                  <a:txBody>
                    <a:bodyPr/>
                    <a:lstStyle/>
                    <a:p>
                      <a:pPr algn="ctr"/>
                      <a:r>
                        <a:rPr lang="en-IN" dirty="0">
                          <a:solidFill>
                            <a:schemeClr val="tx1">
                              <a:lumMod val="95000"/>
                              <a:lumOff val="5000"/>
                            </a:schemeClr>
                          </a:solidFill>
                        </a:rPr>
                        <a:t>Gaps identified</a:t>
                      </a:r>
                    </a:p>
                  </a:txBody>
                  <a:tcPr/>
                </a:tc>
                <a:extLst>
                  <a:ext uri="{0D108BD9-81ED-4DB2-BD59-A6C34878D82A}">
                    <a16:rowId xmlns:a16="http://schemas.microsoft.com/office/drawing/2014/main" val="10000"/>
                  </a:ext>
                </a:extLst>
              </a:tr>
              <a:tr h="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dirty="0"/>
                        <a:t>Paper 1</a:t>
                      </a:r>
                    </a:p>
                  </a:txBody>
                  <a:tcPr/>
                </a:tc>
                <a:tc gridSpan="4">
                  <a:txBody>
                    <a:bodyPr/>
                    <a:lstStyle/>
                    <a:p>
                      <a:r>
                        <a:rPr lang="en-US" sz="1800" kern="1200" dirty="0">
                          <a:solidFill>
                            <a:schemeClr val="dk1"/>
                          </a:solidFill>
                          <a:effectLst/>
                          <a:latin typeface="+mn-lt"/>
                          <a:ea typeface="+mn-ea"/>
                          <a:cs typeface="+mn-cs"/>
                        </a:rPr>
                        <a:t>Summary of Literature in one slide (use of a table and/or diagram is advised to summarize) </a:t>
                      </a:r>
                      <a:endParaRPr lang="en-IN" sz="1800" kern="1200" dirty="0">
                        <a:solidFill>
                          <a:schemeClr val="dk1"/>
                        </a:solidFill>
                        <a:effectLst/>
                        <a:latin typeface="+mn-lt"/>
                        <a:ea typeface="+mn-ea"/>
                        <a:cs typeface="+mn-cs"/>
                      </a:endParaRPr>
                    </a:p>
                    <a:p>
                      <a:r>
                        <a:rPr lang="en-US" sz="1800" kern="1200" dirty="0">
                          <a:solidFill>
                            <a:schemeClr val="dk1"/>
                          </a:solidFill>
                          <a:effectLst/>
                          <a:latin typeface="+mn-lt"/>
                          <a:ea typeface="+mn-ea"/>
                          <a:cs typeface="+mn-cs"/>
                        </a:rPr>
                        <a:t>Literature may include research papers, patents, videos, URLs, etc. </a:t>
                      </a:r>
                      <a:endParaRPr lang="en-IN" sz="1800" kern="1200" dirty="0">
                        <a:solidFill>
                          <a:schemeClr val="dk1"/>
                        </a:solidFill>
                        <a:effectLst/>
                        <a:latin typeface="+mn-lt"/>
                        <a:ea typeface="+mn-ea"/>
                        <a:cs typeface="+mn-cs"/>
                      </a:endParaRPr>
                    </a:p>
                    <a:p>
                      <a:r>
                        <a:rPr lang="en-US" sz="1800" i="1" kern="1200" dirty="0">
                          <a:solidFill>
                            <a:schemeClr val="dk1"/>
                          </a:solidFill>
                          <a:effectLst/>
                          <a:latin typeface="+mn-lt"/>
                          <a:ea typeface="+mn-ea"/>
                          <a:cs typeface="+mn-cs"/>
                        </a:rPr>
                        <a:t>Highlight: </a:t>
                      </a:r>
                      <a:endParaRPr lang="en-IN" sz="1800" kern="1200" dirty="0">
                        <a:solidFill>
                          <a:schemeClr val="dk1"/>
                        </a:solidFill>
                        <a:effectLst/>
                        <a:latin typeface="+mn-lt"/>
                        <a:ea typeface="+mn-ea"/>
                        <a:cs typeface="+mn-cs"/>
                      </a:endParaRPr>
                    </a:p>
                    <a:p>
                      <a:pPr lvl="0"/>
                      <a:r>
                        <a:rPr lang="en-US" sz="1800" kern="1200" dirty="0">
                          <a:solidFill>
                            <a:schemeClr val="dk1"/>
                          </a:solidFill>
                          <a:effectLst/>
                          <a:latin typeface="+mn-lt"/>
                          <a:ea typeface="+mn-ea"/>
                          <a:cs typeface="+mn-cs"/>
                        </a:rPr>
                        <a:t>What solutions (methods) are available as of today </a:t>
                      </a:r>
                      <a:endParaRPr lang="en-IN" sz="1800" kern="1200" dirty="0">
                        <a:solidFill>
                          <a:schemeClr val="dk1"/>
                        </a:solidFill>
                        <a:effectLst/>
                        <a:latin typeface="+mn-lt"/>
                        <a:ea typeface="+mn-ea"/>
                        <a:cs typeface="+mn-cs"/>
                      </a:endParaRPr>
                    </a:p>
                    <a:p>
                      <a:r>
                        <a:rPr lang="en-US" sz="1800" kern="1200" dirty="0">
                          <a:solidFill>
                            <a:schemeClr val="dk1"/>
                          </a:solidFill>
                          <a:effectLst/>
                          <a:latin typeface="+mn-lt"/>
                          <a:ea typeface="+mn-ea"/>
                          <a:cs typeface="+mn-cs"/>
                        </a:rPr>
                        <a:t>What is lacking or the gap </a:t>
                      </a:r>
                      <a:endParaRPr lang="en-IN" sz="1800" dirty="0">
                        <a:latin typeface="Times New Roman" panose="02020603050405020304" pitchFamily="18" charset="0"/>
                        <a:cs typeface="Times New Roman" panose="02020603050405020304" pitchFamily="18" charset="0"/>
                      </a:endParaRPr>
                    </a:p>
                  </a:txBody>
                  <a:tcPr/>
                </a:tc>
                <a:tc hMerge="1">
                  <a:txBody>
                    <a:bodyPr/>
                    <a:lstStyle/>
                    <a:p>
                      <a:endParaRPr lang="en-IN" dirty="0"/>
                    </a:p>
                  </a:txBody>
                  <a:tcPr/>
                </a:tc>
                <a:tc hMerge="1">
                  <a:txBody>
                    <a:bodyPr/>
                    <a:lstStyle/>
                    <a:p>
                      <a:endParaRPr lang="en-IN" dirty="0">
                        <a:latin typeface="Times New Roman" panose="02020603050405020304" pitchFamily="18" charset="0"/>
                        <a:cs typeface="Times New Roman" panose="02020603050405020304" pitchFamily="18" charset="0"/>
                      </a:endParaRPr>
                    </a:p>
                  </a:txBody>
                  <a:tcPr/>
                </a:tc>
                <a:tc hMerge="1">
                  <a:txBody>
                    <a:bodyPr/>
                    <a:lstStyle/>
                    <a:p>
                      <a:pPr>
                        <a:lnSpc>
                          <a:spcPct val="100000"/>
                        </a:lnSpc>
                      </a:pP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1"/>
                  </a:ext>
                </a:extLst>
              </a:tr>
              <a:tr h="1161415">
                <a:tc>
                  <a:txBody>
                    <a:bodyPr/>
                    <a:lstStyle/>
                    <a:p>
                      <a:r>
                        <a:rPr lang="en-IN" dirty="0"/>
                        <a:t>Paper 2</a:t>
                      </a:r>
                    </a:p>
                  </a:txBody>
                  <a:tcPr/>
                </a:tc>
                <a:tc gridSpan="4">
                  <a:txBody>
                    <a:bodyPr/>
                    <a:lstStyle/>
                    <a:p>
                      <a:r>
                        <a:rPr lang="en-IN" dirty="0">
                          <a:highlight>
                            <a:srgbClr val="FFFF00"/>
                          </a:highlight>
                        </a:rPr>
                        <a:t>This is the summary of the literature referred for evaluation 2</a:t>
                      </a:r>
                    </a:p>
                  </a:txBody>
                  <a:tcPr/>
                </a:tc>
                <a:tc hMerge="1">
                  <a:txBody>
                    <a:bodyPr/>
                    <a:lstStyle/>
                    <a:p>
                      <a:endParaRPr lang="en-IN" dirty="0"/>
                    </a:p>
                  </a:txBody>
                  <a:tcPr/>
                </a:tc>
                <a:tc hMerge="1">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dirty="0"/>
                    </a:p>
                  </a:txBody>
                  <a:tcPr/>
                </a:tc>
                <a:tc hMerge="1">
                  <a:txBody>
                    <a:bodyPr/>
                    <a:lstStyle/>
                    <a:p>
                      <a:pPr>
                        <a:lnSpc>
                          <a:spcPct val="100000"/>
                        </a:lnSpc>
                      </a:pPr>
                      <a:endParaRPr lang="en-IN"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r h="8933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t>Paper 3</a:t>
                      </a:r>
                    </a:p>
                    <a:p>
                      <a:pPr marL="0" marR="0" indent="0" algn="l" defTabSz="914400" rtl="0" eaLnBrk="1" fontAlgn="auto" latinLnBrk="0" hangingPunct="1">
                        <a:lnSpc>
                          <a:spcPct val="100000"/>
                        </a:lnSpc>
                        <a:spcBef>
                          <a:spcPts val="0"/>
                        </a:spcBef>
                        <a:spcAft>
                          <a:spcPts val="0"/>
                        </a:spcAft>
                        <a:buClrTx/>
                        <a:buSzTx/>
                        <a:buFontTx/>
                        <a:buNone/>
                        <a:tabLst/>
                        <a:defRPr/>
                      </a:pPr>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pPr>
                        <a:lnSpc>
                          <a:spcPct val="100000"/>
                        </a:lnSpc>
                      </a:pP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3"/>
                  </a:ext>
                </a:extLst>
              </a:tr>
              <a:tr h="1161415">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IN" dirty="0"/>
                    </a:p>
                  </a:txBody>
                  <a:tcPr/>
                </a:tc>
                <a:tc>
                  <a:txBody>
                    <a:bodyPr/>
                    <a:lstStyle/>
                    <a:p>
                      <a:endParaRPr lang="en-IN" dirty="0"/>
                    </a:p>
                  </a:txBody>
                  <a:tcPr/>
                </a:tc>
                <a:tc>
                  <a:txBody>
                    <a:bodyPr/>
                    <a:lstStyle/>
                    <a:p>
                      <a:endParaRPr lang="en-IN" dirty="0"/>
                    </a:p>
                  </a:txBody>
                  <a:tcPr/>
                </a:tc>
                <a:tc>
                  <a:txBody>
                    <a:bodyPr/>
                    <a:lstStyle/>
                    <a:p>
                      <a:endParaRPr lang="en-IN" dirty="0"/>
                    </a:p>
                  </a:txBody>
                  <a:tcPr/>
                </a:tc>
                <a:tc>
                  <a:txBody>
                    <a:bodyPr/>
                    <a:lstStyle/>
                    <a:p>
                      <a:pPr>
                        <a:lnSpc>
                          <a:spcPct val="100000"/>
                        </a:lnSpc>
                      </a:pPr>
                      <a:endParaRPr lang="en-US" sz="1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4"/>
                  </a:ext>
                </a:extLst>
              </a:tr>
            </a:tbl>
          </a:graphicData>
        </a:graphic>
      </p:graphicFrame>
      <p:sp>
        <p:nvSpPr>
          <p:cNvPr id="4" name="Slide Number Placeholder 3">
            <a:extLst>
              <a:ext uri="{FF2B5EF4-FFF2-40B4-BE49-F238E27FC236}">
                <a16:creationId xmlns:a16="http://schemas.microsoft.com/office/drawing/2014/main" id="{A13A189E-DA39-4AEE-875C-4CC1271166A6}"/>
              </a:ext>
            </a:extLst>
          </p:cNvPr>
          <p:cNvSpPr>
            <a:spLocks noGrp="1"/>
          </p:cNvSpPr>
          <p:nvPr>
            <p:ph type="sldNum" sz="quarter" idx="12"/>
          </p:nvPr>
        </p:nvSpPr>
        <p:spPr/>
        <p:txBody>
          <a:bodyPr/>
          <a:lstStyle/>
          <a:p>
            <a:fld id="{F3CF9E0A-753D-4DEE-8B72-21047AC14C30}" type="slidenum">
              <a:rPr lang="en-US" sz="1600" smtClean="0">
                <a:solidFill>
                  <a:schemeClr val="tx1"/>
                </a:solidFill>
                <a:latin typeface="Times" panose="02020603050405020304" pitchFamily="18" charset="0"/>
                <a:cs typeface="Times" panose="02020603050405020304" pitchFamily="18" charset="0"/>
              </a:rPr>
              <a:t>6</a:t>
            </a:fld>
            <a:endParaRPr lang="en-US" sz="1600" dirty="0">
              <a:solidFill>
                <a:schemeClr val="tx1"/>
              </a:solidFill>
              <a:latin typeface="Times" panose="02020603050405020304" pitchFamily="18" charset="0"/>
              <a:cs typeface="Times" panose="02020603050405020304" pitchFamily="18" charset="0"/>
            </a:endParaRPr>
          </a:p>
        </p:txBody>
      </p:sp>
      <p:sp>
        <p:nvSpPr>
          <p:cNvPr id="2" name="Date Placeholder 1">
            <a:extLst>
              <a:ext uri="{FF2B5EF4-FFF2-40B4-BE49-F238E27FC236}">
                <a16:creationId xmlns:a16="http://schemas.microsoft.com/office/drawing/2014/main" id="{6503E310-7FAF-6904-C492-146D120F6A61}"/>
              </a:ext>
            </a:extLst>
          </p:cNvPr>
          <p:cNvSpPr>
            <a:spLocks noGrp="1"/>
          </p:cNvSpPr>
          <p:nvPr>
            <p:ph type="dt" sz="half" idx="10"/>
          </p:nvPr>
        </p:nvSpPr>
        <p:spPr/>
        <p:txBody>
          <a:bodyPr/>
          <a:lstStyle/>
          <a:p>
            <a:fld id="{A47FB462-7DA8-4033-9EC4-AB93DB40D72B}" type="datetime1">
              <a:rPr lang="en-IN" smtClean="0"/>
              <a:t>17-09-2025</a:t>
            </a:fld>
            <a:endParaRPr lang="en-IN"/>
          </a:p>
        </p:txBody>
      </p:sp>
    </p:spTree>
    <p:extLst>
      <p:ext uri="{BB962C8B-B14F-4D97-AF65-F5344CB8AC3E}">
        <p14:creationId xmlns:p14="http://schemas.microsoft.com/office/powerpoint/2010/main" val="1276197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F222F-9B5A-70D5-AE12-FA2AC370C7CC}"/>
              </a:ext>
            </a:extLst>
          </p:cNvPr>
          <p:cNvSpPr>
            <a:spLocks noGrp="1"/>
          </p:cNvSpPr>
          <p:nvPr>
            <p:ph type="title"/>
          </p:nvPr>
        </p:nvSpPr>
        <p:spPr>
          <a:xfrm>
            <a:off x="838200" y="365125"/>
            <a:ext cx="10515600" cy="728179"/>
          </a:xfrm>
        </p:spPr>
        <p:txBody>
          <a:bodyPr>
            <a:normAutofit fontScale="90000"/>
          </a:bodyPr>
          <a:lstStyle/>
          <a:p>
            <a:r>
              <a:rPr lang="en-IN" dirty="0"/>
              <a:t>Conceptual Architecture/Block Diagram and Methodology(1 slide)</a:t>
            </a:r>
          </a:p>
        </p:txBody>
      </p:sp>
      <p:sp>
        <p:nvSpPr>
          <p:cNvPr id="3" name="Content Placeholder 2">
            <a:extLst>
              <a:ext uri="{FF2B5EF4-FFF2-40B4-BE49-F238E27FC236}">
                <a16:creationId xmlns:a16="http://schemas.microsoft.com/office/drawing/2014/main" id="{AB601054-9265-F045-6FD1-F39EBB8A34EF}"/>
              </a:ext>
            </a:extLst>
          </p:cNvPr>
          <p:cNvSpPr>
            <a:spLocks noGrp="1"/>
          </p:cNvSpPr>
          <p:nvPr>
            <p:ph idx="1"/>
          </p:nvPr>
        </p:nvSpPr>
        <p:spPr/>
        <p:txBody>
          <a:bodyPr/>
          <a:lstStyle/>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Design consisting of a block diagram explaining the main modules/parts explaining the role of each </a:t>
            </a:r>
          </a:p>
          <a:p>
            <a:r>
              <a:rPr lang="en-US" sz="1800" kern="100" dirty="0">
                <a:latin typeface="Calibri" panose="020F0502020204030204" pitchFamily="34" charset="0"/>
                <a:ea typeface="Calibri" panose="020F0502020204030204" pitchFamily="34" charset="0"/>
                <a:cs typeface="Times New Roman" panose="02020603050405020304" pitchFamily="18" charset="0"/>
              </a:rPr>
              <a:t>Methodology to be followed</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427DDEA7-610B-4ECC-A3DE-7DF137076A5C}"/>
              </a:ext>
            </a:extLst>
          </p:cNvPr>
          <p:cNvSpPr>
            <a:spLocks noGrp="1"/>
          </p:cNvSpPr>
          <p:nvPr>
            <p:ph type="sldNum" sz="quarter" idx="12"/>
          </p:nvPr>
        </p:nvSpPr>
        <p:spPr/>
        <p:txBody>
          <a:bodyPr/>
          <a:lstStyle/>
          <a:p>
            <a:fld id="{C0898A6D-CD5C-4802-925B-E5FD8D219589}" type="slidenum">
              <a:rPr lang="en-IN" smtClean="0"/>
              <a:t>7</a:t>
            </a:fld>
            <a:endParaRPr lang="en-IN"/>
          </a:p>
        </p:txBody>
      </p:sp>
      <p:sp>
        <p:nvSpPr>
          <p:cNvPr id="6" name="Date Placeholder 5">
            <a:extLst>
              <a:ext uri="{FF2B5EF4-FFF2-40B4-BE49-F238E27FC236}">
                <a16:creationId xmlns:a16="http://schemas.microsoft.com/office/drawing/2014/main" id="{2F097B11-832E-9728-00A0-3664A91E6E54}"/>
              </a:ext>
            </a:extLst>
          </p:cNvPr>
          <p:cNvSpPr>
            <a:spLocks noGrp="1"/>
          </p:cNvSpPr>
          <p:nvPr>
            <p:ph type="dt" sz="half" idx="10"/>
          </p:nvPr>
        </p:nvSpPr>
        <p:spPr/>
        <p:txBody>
          <a:bodyPr/>
          <a:lstStyle/>
          <a:p>
            <a:fld id="{2779E4EE-F6D2-42F8-A936-D416401A206F}" type="datetime1">
              <a:rPr lang="en-IN" smtClean="0"/>
              <a:t>17-09-2025</a:t>
            </a:fld>
            <a:endParaRPr lang="en-IN"/>
          </a:p>
        </p:txBody>
      </p:sp>
    </p:spTree>
    <p:extLst>
      <p:ext uri="{BB962C8B-B14F-4D97-AF65-F5344CB8AC3E}">
        <p14:creationId xmlns:p14="http://schemas.microsoft.com/office/powerpoint/2010/main" val="6191561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F222F-9B5A-70D5-AE12-FA2AC370C7CC}"/>
              </a:ext>
            </a:extLst>
          </p:cNvPr>
          <p:cNvSpPr>
            <a:spLocks noGrp="1"/>
          </p:cNvSpPr>
          <p:nvPr>
            <p:ph type="title"/>
          </p:nvPr>
        </p:nvSpPr>
        <p:spPr>
          <a:xfrm>
            <a:off x="502920" y="338554"/>
            <a:ext cx="10515600" cy="728179"/>
          </a:xfrm>
        </p:spPr>
        <p:txBody>
          <a:bodyPr>
            <a:normAutofit fontScale="90000"/>
          </a:bodyPr>
          <a:lstStyle/>
          <a:p>
            <a:r>
              <a:rPr lang="en-IN" dirty="0"/>
              <a:t>Circuit Diagram/ Specifications of each block </a:t>
            </a:r>
            <a:br>
              <a:rPr lang="en-IN" dirty="0"/>
            </a:br>
            <a:r>
              <a:rPr lang="en-IN" dirty="0"/>
              <a:t>(1 slide)</a:t>
            </a:r>
          </a:p>
        </p:txBody>
      </p:sp>
      <p:sp>
        <p:nvSpPr>
          <p:cNvPr id="3" name="Content Placeholder 2">
            <a:extLst>
              <a:ext uri="{FF2B5EF4-FFF2-40B4-BE49-F238E27FC236}">
                <a16:creationId xmlns:a16="http://schemas.microsoft.com/office/drawing/2014/main" id="{AB601054-9265-F045-6FD1-F39EBB8A34EF}"/>
              </a:ext>
            </a:extLst>
          </p:cNvPr>
          <p:cNvSpPr>
            <a:spLocks noGrp="1"/>
          </p:cNvSpPr>
          <p:nvPr>
            <p:ph idx="1"/>
          </p:nvPr>
        </p:nvSpPr>
        <p:spPr/>
        <p:txBody>
          <a:bodyPr/>
          <a:lstStyle/>
          <a:p>
            <a:r>
              <a:rPr lang="en-US" sz="1800" kern="100" dirty="0">
                <a:highlight>
                  <a:srgbClr val="FFFF00"/>
                </a:highlight>
                <a:latin typeface="Calibri" panose="020F0502020204030204" pitchFamily="34" charset="0"/>
                <a:ea typeface="Calibri" panose="020F0502020204030204" pitchFamily="34" charset="0"/>
                <a:cs typeface="Times New Roman" panose="02020603050405020304" pitchFamily="18" charset="0"/>
              </a:rPr>
              <a:t>Maximum 4 slides</a:t>
            </a:r>
            <a:endParaRPr lang="en-US" sz="1800"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Specifications/circuit diagrams of each module (to the extent you can) – this will show how much you have progressed in terms of execution of your project (literature survey will show how much you have progressed in terms of understanding the intricacies of your project)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427DDEA7-610B-4ECC-A3DE-7DF137076A5C}"/>
              </a:ext>
            </a:extLst>
          </p:cNvPr>
          <p:cNvSpPr>
            <a:spLocks noGrp="1"/>
          </p:cNvSpPr>
          <p:nvPr>
            <p:ph type="sldNum" sz="quarter" idx="12"/>
          </p:nvPr>
        </p:nvSpPr>
        <p:spPr/>
        <p:txBody>
          <a:bodyPr/>
          <a:lstStyle/>
          <a:p>
            <a:fld id="{C0898A6D-CD5C-4802-925B-E5FD8D219589}" type="slidenum">
              <a:rPr lang="en-IN" smtClean="0"/>
              <a:t>8</a:t>
            </a:fld>
            <a:endParaRPr lang="en-IN"/>
          </a:p>
        </p:txBody>
      </p:sp>
      <p:sp>
        <p:nvSpPr>
          <p:cNvPr id="6" name="Date Placeholder 5">
            <a:extLst>
              <a:ext uri="{FF2B5EF4-FFF2-40B4-BE49-F238E27FC236}">
                <a16:creationId xmlns:a16="http://schemas.microsoft.com/office/drawing/2014/main" id="{2F097B11-832E-9728-00A0-3664A91E6E54}"/>
              </a:ext>
            </a:extLst>
          </p:cNvPr>
          <p:cNvSpPr>
            <a:spLocks noGrp="1"/>
          </p:cNvSpPr>
          <p:nvPr>
            <p:ph type="dt" sz="half" idx="10"/>
          </p:nvPr>
        </p:nvSpPr>
        <p:spPr/>
        <p:txBody>
          <a:bodyPr/>
          <a:lstStyle/>
          <a:p>
            <a:fld id="{2779E4EE-F6D2-42F8-A936-D416401A206F}" type="datetime1">
              <a:rPr lang="en-IN" smtClean="0"/>
              <a:t>17-09-2025</a:t>
            </a:fld>
            <a:endParaRPr lang="en-IN"/>
          </a:p>
        </p:txBody>
      </p:sp>
    </p:spTree>
    <p:extLst>
      <p:ext uri="{BB962C8B-B14F-4D97-AF65-F5344CB8AC3E}">
        <p14:creationId xmlns:p14="http://schemas.microsoft.com/office/powerpoint/2010/main" val="31550371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F222F-9B5A-70D5-AE12-FA2AC370C7CC}"/>
              </a:ext>
            </a:extLst>
          </p:cNvPr>
          <p:cNvSpPr>
            <a:spLocks noGrp="1"/>
          </p:cNvSpPr>
          <p:nvPr>
            <p:ph type="title"/>
          </p:nvPr>
        </p:nvSpPr>
        <p:spPr>
          <a:xfrm>
            <a:off x="502920" y="338554"/>
            <a:ext cx="10515600" cy="728179"/>
          </a:xfrm>
        </p:spPr>
        <p:txBody>
          <a:bodyPr>
            <a:normAutofit/>
          </a:bodyPr>
          <a:lstStyle/>
          <a:p>
            <a:r>
              <a:rPr lang="en-IN" dirty="0"/>
              <a:t>Partial Results and Analysis</a:t>
            </a:r>
          </a:p>
        </p:txBody>
      </p:sp>
      <p:sp>
        <p:nvSpPr>
          <p:cNvPr id="3" name="Content Placeholder 2">
            <a:extLst>
              <a:ext uri="{FF2B5EF4-FFF2-40B4-BE49-F238E27FC236}">
                <a16:creationId xmlns:a16="http://schemas.microsoft.com/office/drawing/2014/main" id="{AB601054-9265-F045-6FD1-F39EBB8A34EF}"/>
              </a:ext>
            </a:extLst>
          </p:cNvPr>
          <p:cNvSpPr>
            <a:spLocks noGrp="1"/>
          </p:cNvSpPr>
          <p:nvPr>
            <p:ph idx="1"/>
          </p:nvPr>
        </p:nvSpPr>
        <p:spPr/>
        <p:txBody>
          <a:bodyPr/>
          <a:lstStyle/>
          <a:p>
            <a:r>
              <a:rPr lang="en-IN" sz="1800" b="1"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rPr>
              <a:t>Maximum 3 slides</a:t>
            </a:r>
            <a:endParaRPr lang="en-IN" sz="1800" kern="100" dirty="0">
              <a:effectLst/>
              <a:highlight>
                <a:srgbClr val="FFFF00"/>
              </a:highlight>
              <a:latin typeface="Calibri" panose="020F0502020204030204" pitchFamily="34" charset="0"/>
              <a:ea typeface="Calibri" panose="020F0502020204030204" pitchFamily="34" charset="0"/>
              <a:cs typeface="Times New Roman" panose="02020603050405020304" pitchFamily="18" charset="0"/>
            </a:endParaRPr>
          </a:p>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Specifications/circuit diagrams of each module (to the extent you can) – this will show how much you have progressed in terms of execution of your project (literature survey will show how much you have progressed in terms of understanding the intricacies of your project)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427DDEA7-610B-4ECC-A3DE-7DF137076A5C}"/>
              </a:ext>
            </a:extLst>
          </p:cNvPr>
          <p:cNvSpPr>
            <a:spLocks noGrp="1"/>
          </p:cNvSpPr>
          <p:nvPr>
            <p:ph type="sldNum" sz="quarter" idx="12"/>
          </p:nvPr>
        </p:nvSpPr>
        <p:spPr/>
        <p:txBody>
          <a:bodyPr/>
          <a:lstStyle/>
          <a:p>
            <a:fld id="{C0898A6D-CD5C-4802-925B-E5FD8D219589}" type="slidenum">
              <a:rPr lang="en-IN" smtClean="0"/>
              <a:t>9</a:t>
            </a:fld>
            <a:endParaRPr lang="en-IN"/>
          </a:p>
        </p:txBody>
      </p:sp>
      <p:sp>
        <p:nvSpPr>
          <p:cNvPr id="6" name="Date Placeholder 5">
            <a:extLst>
              <a:ext uri="{FF2B5EF4-FFF2-40B4-BE49-F238E27FC236}">
                <a16:creationId xmlns:a16="http://schemas.microsoft.com/office/drawing/2014/main" id="{2F097B11-832E-9728-00A0-3664A91E6E54}"/>
              </a:ext>
            </a:extLst>
          </p:cNvPr>
          <p:cNvSpPr>
            <a:spLocks noGrp="1"/>
          </p:cNvSpPr>
          <p:nvPr>
            <p:ph type="dt" sz="half" idx="10"/>
          </p:nvPr>
        </p:nvSpPr>
        <p:spPr/>
        <p:txBody>
          <a:bodyPr/>
          <a:lstStyle/>
          <a:p>
            <a:fld id="{2779E4EE-F6D2-42F8-A936-D416401A206F}" type="datetime1">
              <a:rPr lang="en-IN" smtClean="0"/>
              <a:t>17-09-2025</a:t>
            </a:fld>
            <a:endParaRPr lang="en-IN"/>
          </a:p>
        </p:txBody>
      </p:sp>
    </p:spTree>
    <p:extLst>
      <p:ext uri="{BB962C8B-B14F-4D97-AF65-F5344CB8AC3E}">
        <p14:creationId xmlns:p14="http://schemas.microsoft.com/office/powerpoint/2010/main" val="486763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89DC5-725B-48E5-6A87-4101BC537262}"/>
              </a:ext>
            </a:extLst>
          </p:cNvPr>
          <p:cNvSpPr>
            <a:spLocks noGrp="1"/>
          </p:cNvSpPr>
          <p:nvPr>
            <p:ph type="title"/>
          </p:nvPr>
        </p:nvSpPr>
        <p:spPr/>
        <p:txBody>
          <a:bodyPr/>
          <a:lstStyle/>
          <a:p>
            <a:r>
              <a:rPr lang="en-IN" dirty="0"/>
              <a:t>Work done and Work to be done</a:t>
            </a:r>
          </a:p>
        </p:txBody>
      </p:sp>
      <p:sp>
        <p:nvSpPr>
          <p:cNvPr id="4" name="Date Placeholder 3">
            <a:extLst>
              <a:ext uri="{FF2B5EF4-FFF2-40B4-BE49-F238E27FC236}">
                <a16:creationId xmlns:a16="http://schemas.microsoft.com/office/drawing/2014/main" id="{BD6A8BD7-CB6A-5B5E-0B90-82BCAA247B18}"/>
              </a:ext>
            </a:extLst>
          </p:cNvPr>
          <p:cNvSpPr>
            <a:spLocks noGrp="1"/>
          </p:cNvSpPr>
          <p:nvPr>
            <p:ph type="dt" sz="half" idx="10"/>
          </p:nvPr>
        </p:nvSpPr>
        <p:spPr/>
        <p:txBody>
          <a:bodyPr/>
          <a:lstStyle/>
          <a:p>
            <a:fld id="{6E83D928-BDD7-4354-9A29-8AD08345FC2F}" type="datetime1">
              <a:rPr lang="en-IN" smtClean="0"/>
              <a:t>17-09-2025</a:t>
            </a:fld>
            <a:endParaRPr lang="en-IN"/>
          </a:p>
        </p:txBody>
      </p:sp>
      <p:sp>
        <p:nvSpPr>
          <p:cNvPr id="5" name="Slide Number Placeholder 4">
            <a:extLst>
              <a:ext uri="{FF2B5EF4-FFF2-40B4-BE49-F238E27FC236}">
                <a16:creationId xmlns:a16="http://schemas.microsoft.com/office/drawing/2014/main" id="{D05019BD-061D-A084-B497-8504D05B2085}"/>
              </a:ext>
            </a:extLst>
          </p:cNvPr>
          <p:cNvSpPr>
            <a:spLocks noGrp="1"/>
          </p:cNvSpPr>
          <p:nvPr>
            <p:ph type="sldNum" sz="quarter" idx="12"/>
          </p:nvPr>
        </p:nvSpPr>
        <p:spPr/>
        <p:txBody>
          <a:bodyPr/>
          <a:lstStyle/>
          <a:p>
            <a:fld id="{C0898A6D-CD5C-4802-925B-E5FD8D219589}" type="slidenum">
              <a:rPr lang="en-IN" smtClean="0"/>
              <a:t>10</a:t>
            </a:fld>
            <a:endParaRPr lang="en-IN"/>
          </a:p>
        </p:txBody>
      </p:sp>
      <p:sp>
        <p:nvSpPr>
          <p:cNvPr id="7" name="Content Placeholder 6">
            <a:extLst>
              <a:ext uri="{FF2B5EF4-FFF2-40B4-BE49-F238E27FC236}">
                <a16:creationId xmlns:a16="http://schemas.microsoft.com/office/drawing/2014/main" id="{1E358D8D-6855-2370-5C5B-CA90AC84E816}"/>
              </a:ext>
            </a:extLst>
          </p:cNvPr>
          <p:cNvSpPr>
            <a:spLocks noGrp="1"/>
          </p:cNvSpPr>
          <p:nvPr>
            <p:ph idx="1"/>
          </p:nvPr>
        </p:nvSpPr>
        <p:spPr/>
        <p:txBody>
          <a:bodyPr/>
          <a:lstStyle/>
          <a:p>
            <a:r>
              <a:rPr lang="en-IN" dirty="0"/>
              <a:t>Mention the deliverables of Open Lab 1 here</a:t>
            </a:r>
          </a:p>
        </p:txBody>
      </p:sp>
    </p:spTree>
    <p:extLst>
      <p:ext uri="{BB962C8B-B14F-4D97-AF65-F5344CB8AC3E}">
        <p14:creationId xmlns:p14="http://schemas.microsoft.com/office/powerpoint/2010/main" val="1729656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AE967-E666-6627-C3BA-860A8F3FC781}"/>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E6D22F16-1800-BF5C-68C8-6F79A83B1EF7}"/>
              </a:ext>
            </a:extLst>
          </p:cNvPr>
          <p:cNvSpPr>
            <a:spLocks noGrp="1"/>
          </p:cNvSpPr>
          <p:nvPr>
            <p:ph idx="1"/>
          </p:nvPr>
        </p:nvSpPr>
        <p:spPr/>
        <p:txBody>
          <a:bodyPr/>
          <a:lstStyle/>
          <a:p>
            <a:r>
              <a:rPr lang="en-US" sz="1800" b="1" kern="100" dirty="0">
                <a:effectLst/>
                <a:latin typeface="Calibri" panose="020F0502020204030204" pitchFamily="34" charset="0"/>
                <a:ea typeface="Calibri" panose="020F0502020204030204" pitchFamily="34" charset="0"/>
                <a:cs typeface="Times New Roman" panose="02020603050405020304" pitchFamily="18" charset="0"/>
              </a:rPr>
              <a:t>SLIDE – 10 (stop here for Q&amp;A)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kern="100" dirty="0">
                <a:effectLst/>
                <a:latin typeface="Calibri" panose="020F0502020204030204" pitchFamily="34" charset="0"/>
                <a:ea typeface="Calibri" panose="020F0502020204030204" pitchFamily="34" charset="0"/>
                <a:cs typeface="Times New Roman" panose="02020603050405020304" pitchFamily="18" charset="0"/>
              </a:rPr>
              <a:t>List all references in IEEE format </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
        <p:nvSpPr>
          <p:cNvPr id="4" name="Slide Number Placeholder 3">
            <a:extLst>
              <a:ext uri="{FF2B5EF4-FFF2-40B4-BE49-F238E27FC236}">
                <a16:creationId xmlns:a16="http://schemas.microsoft.com/office/drawing/2014/main" id="{24F10102-1AE7-774C-CFA7-7659BAB59712}"/>
              </a:ext>
            </a:extLst>
          </p:cNvPr>
          <p:cNvSpPr>
            <a:spLocks noGrp="1"/>
          </p:cNvSpPr>
          <p:nvPr>
            <p:ph type="sldNum" sz="quarter" idx="12"/>
          </p:nvPr>
        </p:nvSpPr>
        <p:spPr/>
        <p:txBody>
          <a:bodyPr/>
          <a:lstStyle/>
          <a:p>
            <a:fld id="{C0898A6D-CD5C-4802-925B-E5FD8D219589}" type="slidenum">
              <a:rPr lang="en-IN" smtClean="0"/>
              <a:t>11</a:t>
            </a:fld>
            <a:endParaRPr lang="en-IN"/>
          </a:p>
        </p:txBody>
      </p:sp>
      <p:sp>
        <p:nvSpPr>
          <p:cNvPr id="6" name="Date Placeholder 5">
            <a:extLst>
              <a:ext uri="{FF2B5EF4-FFF2-40B4-BE49-F238E27FC236}">
                <a16:creationId xmlns:a16="http://schemas.microsoft.com/office/drawing/2014/main" id="{1F0E3F11-B1D5-C3CD-60F2-D47A13A023FC}"/>
              </a:ext>
            </a:extLst>
          </p:cNvPr>
          <p:cNvSpPr>
            <a:spLocks noGrp="1"/>
          </p:cNvSpPr>
          <p:nvPr>
            <p:ph type="dt" sz="half" idx="10"/>
          </p:nvPr>
        </p:nvSpPr>
        <p:spPr/>
        <p:txBody>
          <a:bodyPr/>
          <a:lstStyle/>
          <a:p>
            <a:fld id="{4F2243A4-1204-4A52-9075-9BB75F2D5078}" type="datetime1">
              <a:rPr lang="en-IN" smtClean="0"/>
              <a:t>17-09-2025</a:t>
            </a:fld>
            <a:endParaRPr lang="en-IN"/>
          </a:p>
        </p:txBody>
      </p:sp>
    </p:spTree>
    <p:extLst>
      <p:ext uri="{BB962C8B-B14F-4D97-AF65-F5344CB8AC3E}">
        <p14:creationId xmlns:p14="http://schemas.microsoft.com/office/powerpoint/2010/main" val="316326486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3214</TotalTime>
  <Words>496</Words>
  <Application>Microsoft Office PowerPoint</Application>
  <PresentationFormat>Widescreen</PresentationFormat>
  <Paragraphs>92</Paragraphs>
  <Slides>11</Slides>
  <Notes>0</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Calibri Light</vt:lpstr>
      <vt:lpstr>Georgia</vt:lpstr>
      <vt:lpstr>Times</vt:lpstr>
      <vt:lpstr>Times New Roman</vt:lpstr>
      <vt:lpstr>Office Theme</vt:lpstr>
      <vt:lpstr>PowerPoint Presentation</vt:lpstr>
      <vt:lpstr>MOTIVATION/PROBLEM STATEMENT</vt:lpstr>
      <vt:lpstr>OBJECTIVE</vt:lpstr>
      <vt:lpstr>SUMMARY OF LITERATURE SURVEY – Evaluation I</vt:lpstr>
      <vt:lpstr>LITERATURE SURVEY</vt:lpstr>
      <vt:lpstr>SUMMARY OF LITERATURE SURVEY</vt:lpstr>
      <vt:lpstr>Conceptual Architecture/Block Diagram and Methodology(1 slide)</vt:lpstr>
      <vt:lpstr>Circuit Diagram/ Specifications of each block  (1 slide)</vt:lpstr>
      <vt:lpstr>Partial Results and Analysis</vt:lpstr>
      <vt:lpstr>Work done and Work to be done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LITERATURE SURVEY</dc:title>
  <dc:creator>Venkata Sai Vivek Potnuru</dc:creator>
  <cp:lastModifiedBy>Kamatchi Sabarinathan</cp:lastModifiedBy>
  <cp:revision>133</cp:revision>
  <dcterms:created xsi:type="dcterms:W3CDTF">2021-11-03T05:08:25Z</dcterms:created>
  <dcterms:modified xsi:type="dcterms:W3CDTF">2025-09-17T08:52:10Z</dcterms:modified>
</cp:coreProperties>
</file>